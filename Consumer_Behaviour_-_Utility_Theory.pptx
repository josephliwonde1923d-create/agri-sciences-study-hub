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4" r:id="rId3"/>
    <p:sldId id="257" r:id="rId4"/>
    <p:sldId id="258" r:id="rId5"/>
    <p:sldId id="259" r:id="rId6"/>
    <p:sldId id="261" r:id="rId7"/>
    <p:sldId id="262" r:id="rId8"/>
    <p:sldId id="260" r:id="rId9"/>
    <p:sldId id="264" r:id="rId10"/>
    <p:sldId id="281" r:id="rId11"/>
    <p:sldId id="265" r:id="rId12"/>
    <p:sldId id="266" r:id="rId13"/>
    <p:sldId id="267" r:id="rId14"/>
    <p:sldId id="268" r:id="rId15"/>
    <p:sldId id="269" r:id="rId16"/>
    <p:sldId id="285" r:id="rId17"/>
    <p:sldId id="270" r:id="rId18"/>
    <p:sldId id="282" r:id="rId19"/>
    <p:sldId id="283" r:id="rId20"/>
    <p:sldId id="271" r:id="rId21"/>
    <p:sldId id="272" r:id="rId22"/>
    <p:sldId id="273" r:id="rId23"/>
    <p:sldId id="275" r:id="rId24"/>
    <p:sldId id="276" r:id="rId25"/>
    <p:sldId id="277" r:id="rId26"/>
    <p:sldId id="278" r:id="rId27"/>
    <p:sldId id="279" r:id="rId28"/>
    <p:sldId id="28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79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806FD523-B45E-4FD5-8FC0-1B3496142062}"/>
              </a:ext>
            </a:extLst>
          </p:cNvPr>
          <p:cNvGrpSpPr/>
          <p:nvPr/>
        </p:nvGrpSpPr>
        <p:grpSpPr>
          <a:xfrm>
            <a:off x="-16934" y="0"/>
            <a:ext cx="12231160" cy="6856216"/>
            <a:chOff x="-16934" y="0"/>
            <a:chExt cx="12231160" cy="6856216"/>
          </a:xfrm>
        </p:grpSpPr>
        <p:pic>
          <p:nvPicPr>
            <p:cNvPr id="3" name="Picture 15" descr="HD-PanelTitleR1.png">
              <a:extLst>
                <a:ext uri="{FF2B5EF4-FFF2-40B4-BE49-F238E27FC236}">
                  <a16:creationId xmlns:a16="http://schemas.microsoft.com/office/drawing/2014/main" id="{D87A7D54-D117-44FE-8014-48D8AA221C11}"/>
                </a:ext>
              </a:extLst>
            </p:cNvPr>
            <p:cNvPicPr>
              <a:picLocks noChangeAspect="1"/>
            </p:cNvPicPr>
            <p:nvPr/>
          </p:nvPicPr>
          <p:blipFill>
            <a:blip r:embed="rId2"/>
            <a:stretch>
              <a:fillRect/>
            </a:stretch>
          </p:blipFill>
          <p:spPr>
            <a:xfrm>
              <a:off x="0" y="0"/>
              <a:ext cx="12188823" cy="6856216"/>
            </a:xfrm>
            <a:prstGeom prst="rect">
              <a:avLst/>
            </a:prstGeom>
            <a:noFill/>
            <a:ln cap="flat">
              <a:noFill/>
            </a:ln>
          </p:spPr>
        </p:pic>
        <p:sp>
          <p:nvSpPr>
            <p:cNvPr id="4" name="Rectangle 25">
              <a:extLst>
                <a:ext uri="{FF2B5EF4-FFF2-40B4-BE49-F238E27FC236}">
                  <a16:creationId xmlns:a16="http://schemas.microsoft.com/office/drawing/2014/main" id="{C084D533-E322-45E2-AD13-3856964649DF}"/>
                </a:ext>
              </a:extLst>
            </p:cNvPr>
            <p:cNvSpPr/>
            <p:nvPr/>
          </p:nvSpPr>
          <p:spPr>
            <a:xfrm>
              <a:off x="2328327" y="1540928"/>
              <a:ext cx="7543800" cy="3835405"/>
            </a:xfrm>
            <a:prstGeom prst="rect">
              <a:avLst/>
            </a:prstGeom>
            <a:noFill/>
            <a:ln w="15873" cap="flat">
              <a:solidFill>
                <a:srgbClr val="83992A"/>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Calibri"/>
              </a:endParaRPr>
            </a:p>
          </p:txBody>
        </p:sp>
        <p:pic>
          <p:nvPicPr>
            <p:cNvPr id="5" name="Picture 16" descr="HDRibbonTitle-UniformTrim.png">
              <a:extLst>
                <a:ext uri="{FF2B5EF4-FFF2-40B4-BE49-F238E27FC236}">
                  <a16:creationId xmlns:a16="http://schemas.microsoft.com/office/drawing/2014/main" id="{F111FAC4-B6E5-4A39-91F4-ADEFB28FB10F}"/>
                </a:ext>
              </a:extLst>
            </p:cNvPr>
            <p:cNvPicPr>
              <a:picLocks noChangeAspect="1"/>
            </p:cNvPicPr>
            <p:nvPr/>
          </p:nvPicPr>
          <p:blipFill>
            <a:blip r:embed="rId3"/>
            <a:srcRect/>
            <a:stretch>
              <a:fillRect/>
            </a:stretch>
          </p:blipFill>
          <p:spPr>
            <a:xfrm>
              <a:off x="-16934" y="3147611"/>
              <a:ext cx="2478024" cy="612648"/>
            </a:xfrm>
            <a:prstGeom prst="rect">
              <a:avLst/>
            </a:prstGeom>
            <a:noFill/>
            <a:ln cap="flat">
              <a:noFill/>
            </a:ln>
          </p:spPr>
        </p:pic>
        <p:pic>
          <p:nvPicPr>
            <p:cNvPr id="6" name="Picture 19" descr="HDRibbonTitle-UniformTrim.png">
              <a:extLst>
                <a:ext uri="{FF2B5EF4-FFF2-40B4-BE49-F238E27FC236}">
                  <a16:creationId xmlns:a16="http://schemas.microsoft.com/office/drawing/2014/main" id="{9B6026B2-9B6C-4DA3-9AA8-0073D3519EB7}"/>
                </a:ext>
              </a:extLst>
            </p:cNvPr>
            <p:cNvPicPr>
              <a:picLocks noChangeAspect="1"/>
            </p:cNvPicPr>
            <p:nvPr/>
          </p:nvPicPr>
          <p:blipFill>
            <a:blip r:embed="rId3"/>
            <a:srcRect/>
            <a:stretch>
              <a:fillRect/>
            </a:stretch>
          </p:blipFill>
          <p:spPr>
            <a:xfrm>
              <a:off x="9736202" y="3147611"/>
              <a:ext cx="2478024" cy="612648"/>
            </a:xfrm>
            <a:prstGeom prst="rect">
              <a:avLst/>
            </a:prstGeom>
            <a:noFill/>
            <a:ln cap="flat">
              <a:noFill/>
            </a:ln>
          </p:spPr>
        </p:pic>
      </p:grpSp>
      <p:sp>
        <p:nvSpPr>
          <p:cNvPr id="7" name="Title 1">
            <a:extLst>
              <a:ext uri="{FF2B5EF4-FFF2-40B4-BE49-F238E27FC236}">
                <a16:creationId xmlns:a16="http://schemas.microsoft.com/office/drawing/2014/main" id="{460139AF-4C35-4566-916A-D5D7C60910DC}"/>
              </a:ext>
            </a:extLst>
          </p:cNvPr>
          <p:cNvSpPr txBox="1">
            <a:spLocks noGrp="1"/>
          </p:cNvSpPr>
          <p:nvPr>
            <p:ph type="ctrTitle"/>
          </p:nvPr>
        </p:nvSpPr>
        <p:spPr>
          <a:xfrm>
            <a:off x="2692395" y="1871127"/>
            <a:ext cx="6815672" cy="1515535"/>
          </a:xfrm>
        </p:spPr>
        <p:txBody>
          <a:bodyPr anchor="b">
            <a:noAutofit/>
          </a:bodyPr>
          <a:lstStyle>
            <a:lvl1pPr>
              <a:defRPr sz="5400"/>
            </a:lvl1pPr>
          </a:lstStyle>
          <a:p>
            <a:pPr lvl="0"/>
            <a:r>
              <a:rPr lang="en-US"/>
              <a:t>Click to edit Master title style</a:t>
            </a:r>
          </a:p>
        </p:txBody>
      </p:sp>
      <p:sp>
        <p:nvSpPr>
          <p:cNvPr id="8" name="Subtitle 2">
            <a:extLst>
              <a:ext uri="{FF2B5EF4-FFF2-40B4-BE49-F238E27FC236}">
                <a16:creationId xmlns:a16="http://schemas.microsoft.com/office/drawing/2014/main" id="{82F45B73-F14D-4273-81AC-E69CDF53C06A}"/>
              </a:ext>
            </a:extLst>
          </p:cNvPr>
          <p:cNvSpPr txBox="1">
            <a:spLocks noGrp="1"/>
          </p:cNvSpPr>
          <p:nvPr>
            <p:ph type="subTitle" idx="1"/>
          </p:nvPr>
        </p:nvSpPr>
        <p:spPr>
          <a:xfrm>
            <a:off x="2692395" y="3657600"/>
            <a:ext cx="6815672" cy="1320805"/>
          </a:xfrm>
        </p:spPr>
        <p:txBody>
          <a:bodyPr anchorCtr="1"/>
          <a:lstStyle>
            <a:lvl1pPr marL="0" indent="0" algn="ctr">
              <a:spcBef>
                <a:spcPts val="500"/>
              </a:spcBef>
              <a:buNone/>
              <a:defRPr sz="2100">
                <a:solidFill>
                  <a:srgbClr val="000000"/>
                </a:solidFill>
              </a:defRPr>
            </a:lvl1pPr>
          </a:lstStyle>
          <a:p>
            <a:pPr lvl="0"/>
            <a:r>
              <a:rPr lang="en-US"/>
              <a:t>Click to edit Master subtitle style</a:t>
            </a:r>
          </a:p>
        </p:txBody>
      </p:sp>
      <p:sp>
        <p:nvSpPr>
          <p:cNvPr id="9" name="Date Placeholder 3">
            <a:extLst>
              <a:ext uri="{FF2B5EF4-FFF2-40B4-BE49-F238E27FC236}">
                <a16:creationId xmlns:a16="http://schemas.microsoft.com/office/drawing/2014/main" id="{6FE9C8B4-885F-4202-910F-37F496158DF5}"/>
              </a:ext>
            </a:extLst>
          </p:cNvPr>
          <p:cNvSpPr txBox="1">
            <a:spLocks noGrp="1"/>
          </p:cNvSpPr>
          <p:nvPr>
            <p:ph type="dt" sz="half" idx="7"/>
          </p:nvPr>
        </p:nvSpPr>
        <p:spPr>
          <a:xfrm>
            <a:off x="7983233" y="5037667"/>
            <a:ext cx="897465" cy="279404"/>
          </a:xfrm>
        </p:spPr>
        <p:txBody>
          <a:bodyPr/>
          <a:lstStyle>
            <a:lvl1pPr>
              <a:defRPr/>
            </a:lvl1pPr>
          </a:lstStyle>
          <a:p>
            <a:pPr lvl="0"/>
            <a:fld id="{27293D21-FC14-49D1-A85C-B7B72B113CDC}" type="datetime1">
              <a:rPr lang="en-GB"/>
              <a:pPr lvl="0"/>
              <a:t>31/12/2019</a:t>
            </a:fld>
            <a:endParaRPr lang="en-GB"/>
          </a:p>
        </p:txBody>
      </p:sp>
      <p:sp>
        <p:nvSpPr>
          <p:cNvPr id="10" name="Footer Placeholder 4">
            <a:extLst>
              <a:ext uri="{FF2B5EF4-FFF2-40B4-BE49-F238E27FC236}">
                <a16:creationId xmlns:a16="http://schemas.microsoft.com/office/drawing/2014/main" id="{6F3AC386-88B2-4268-8AC5-063731E70113}"/>
              </a:ext>
            </a:extLst>
          </p:cNvPr>
          <p:cNvSpPr txBox="1">
            <a:spLocks noGrp="1"/>
          </p:cNvSpPr>
          <p:nvPr>
            <p:ph type="ftr" sz="quarter" idx="9"/>
          </p:nvPr>
        </p:nvSpPr>
        <p:spPr>
          <a:xfrm>
            <a:off x="2692395" y="5037667"/>
            <a:ext cx="5214631" cy="279404"/>
          </a:xfrm>
        </p:spPr>
        <p:txBody>
          <a:bodyPr/>
          <a:lstStyle>
            <a:lvl1pPr>
              <a:defRPr/>
            </a:lvl1pPr>
          </a:lstStyle>
          <a:p>
            <a:pPr lvl="0"/>
            <a:endParaRPr lang="en-GB"/>
          </a:p>
        </p:txBody>
      </p:sp>
      <p:sp>
        <p:nvSpPr>
          <p:cNvPr id="11" name="Slide Number Placeholder 5">
            <a:extLst>
              <a:ext uri="{FF2B5EF4-FFF2-40B4-BE49-F238E27FC236}">
                <a16:creationId xmlns:a16="http://schemas.microsoft.com/office/drawing/2014/main" id="{4B3CD09E-DA2B-4CE7-98CC-942C3E570ECC}"/>
              </a:ext>
            </a:extLst>
          </p:cNvPr>
          <p:cNvSpPr txBox="1">
            <a:spLocks noGrp="1"/>
          </p:cNvSpPr>
          <p:nvPr>
            <p:ph type="sldNum" sz="quarter" idx="8"/>
          </p:nvPr>
        </p:nvSpPr>
        <p:spPr>
          <a:xfrm>
            <a:off x="8956895" y="5037667"/>
            <a:ext cx="551163" cy="279404"/>
          </a:xfrm>
        </p:spPr>
        <p:txBody>
          <a:bodyPr/>
          <a:lstStyle>
            <a:lvl1pPr>
              <a:defRPr/>
            </a:lvl1pPr>
          </a:lstStyle>
          <a:p>
            <a:pPr lvl="0"/>
            <a:fld id="{0B86D708-C5D7-42B6-8709-C13E72B19CA4}" type="slidenum">
              <a:t>‹#›</a:t>
            </a:fld>
            <a:endParaRPr lang="en-GB"/>
          </a:p>
        </p:txBody>
      </p:sp>
      <p:cxnSp>
        <p:nvCxnSpPr>
          <p:cNvPr id="12" name="Straight Connector 14">
            <a:extLst>
              <a:ext uri="{FF2B5EF4-FFF2-40B4-BE49-F238E27FC236}">
                <a16:creationId xmlns:a16="http://schemas.microsoft.com/office/drawing/2014/main" id="{CCEA5E47-E51F-4151-80CA-6FDB3FB773A5}"/>
              </a:ext>
            </a:extLst>
          </p:cNvPr>
          <p:cNvCxnSpPr/>
          <p:nvPr/>
        </p:nvCxnSpPr>
        <p:spPr>
          <a:xfrm>
            <a:off x="2692395" y="3522131"/>
            <a:ext cx="6815673"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397306577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2" name="Straight Connector 6">
            <a:extLst>
              <a:ext uri="{FF2B5EF4-FFF2-40B4-BE49-F238E27FC236}">
                <a16:creationId xmlns:a16="http://schemas.microsoft.com/office/drawing/2014/main" id="{F0982F81-5D73-4E0B-9A9A-84D0A8CF3A3C}"/>
              </a:ext>
            </a:extLst>
          </p:cNvPr>
          <p:cNvCxnSpPr/>
          <p:nvPr/>
        </p:nvCxnSpPr>
        <p:spPr>
          <a:xfrm>
            <a:off x="1396169" y="2421468"/>
            <a:ext cx="9407302" cy="0"/>
          </a:xfrm>
          <a:prstGeom prst="straightConnector1">
            <a:avLst/>
          </a:prstGeom>
          <a:noFill/>
          <a:ln w="15873" cap="flat">
            <a:solidFill>
              <a:srgbClr val="83992A"/>
            </a:solidFill>
            <a:prstDash val="solid"/>
            <a:miter/>
          </a:ln>
        </p:spPr>
      </p:cxnSp>
      <p:sp>
        <p:nvSpPr>
          <p:cNvPr id="3" name="Title 1">
            <a:extLst>
              <a:ext uri="{FF2B5EF4-FFF2-40B4-BE49-F238E27FC236}">
                <a16:creationId xmlns:a16="http://schemas.microsoft.com/office/drawing/2014/main" id="{F3F69923-1458-4E32-A9C9-44BA71006E2E}"/>
              </a:ext>
            </a:extLst>
          </p:cNvPr>
          <p:cNvSpPr txBox="1">
            <a:spLocks noGrp="1"/>
          </p:cNvSpPr>
          <p:nvPr>
            <p:ph type="title"/>
          </p:nvPr>
        </p:nvSpPr>
        <p:spPr/>
        <p:txBody>
          <a:bodyPr/>
          <a:lstStyle>
            <a:lvl1pPr>
              <a:defRPr/>
            </a:lvl1pPr>
          </a:lstStyle>
          <a:p>
            <a:pPr lvl="0"/>
            <a:r>
              <a:rPr lang="en-US"/>
              <a:t>Click to edit Master title style</a:t>
            </a:r>
          </a:p>
        </p:txBody>
      </p:sp>
      <p:sp>
        <p:nvSpPr>
          <p:cNvPr id="4" name="Content Placeholder 2">
            <a:extLst>
              <a:ext uri="{FF2B5EF4-FFF2-40B4-BE49-F238E27FC236}">
                <a16:creationId xmlns:a16="http://schemas.microsoft.com/office/drawing/2014/main" id="{841709CF-FBAC-4877-8BA0-B09275C67D31}"/>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DB16D515-EED6-441B-9043-D1B589CD11EA}"/>
              </a:ext>
            </a:extLst>
          </p:cNvPr>
          <p:cNvSpPr txBox="1">
            <a:spLocks noGrp="1"/>
          </p:cNvSpPr>
          <p:nvPr>
            <p:ph type="dt" sz="half" idx="7"/>
          </p:nvPr>
        </p:nvSpPr>
        <p:spPr/>
        <p:txBody>
          <a:bodyPr/>
          <a:lstStyle>
            <a:lvl1pPr>
              <a:defRPr/>
            </a:lvl1pPr>
          </a:lstStyle>
          <a:p>
            <a:pPr lvl="0"/>
            <a:fld id="{AE7A770A-57BE-4238-A6D8-E8416EC1A525}" type="datetime1">
              <a:rPr lang="en-GB"/>
              <a:pPr lvl="0"/>
              <a:t>31/12/2019</a:t>
            </a:fld>
            <a:endParaRPr lang="en-GB"/>
          </a:p>
        </p:txBody>
      </p:sp>
      <p:sp>
        <p:nvSpPr>
          <p:cNvPr id="6" name="Footer Placeholder 4">
            <a:extLst>
              <a:ext uri="{FF2B5EF4-FFF2-40B4-BE49-F238E27FC236}">
                <a16:creationId xmlns:a16="http://schemas.microsoft.com/office/drawing/2014/main" id="{600BF77C-C264-4894-A0E4-8465A71736E2}"/>
              </a:ext>
            </a:extLst>
          </p:cNvPr>
          <p:cNvSpPr txBox="1">
            <a:spLocks noGrp="1"/>
          </p:cNvSpPr>
          <p:nvPr>
            <p:ph type="ftr" sz="quarter" idx="9"/>
          </p:nvPr>
        </p:nvSpPr>
        <p:spPr/>
        <p:txBody>
          <a:bodyPr/>
          <a:lstStyle>
            <a:lvl1pPr>
              <a:defRPr/>
            </a:lvl1pPr>
          </a:lstStyle>
          <a:p>
            <a:pPr lvl="0"/>
            <a:endParaRPr lang="en-GB"/>
          </a:p>
        </p:txBody>
      </p:sp>
      <p:sp>
        <p:nvSpPr>
          <p:cNvPr id="7" name="Slide Number Placeholder 5">
            <a:extLst>
              <a:ext uri="{FF2B5EF4-FFF2-40B4-BE49-F238E27FC236}">
                <a16:creationId xmlns:a16="http://schemas.microsoft.com/office/drawing/2014/main" id="{9255A374-1712-41BC-8A05-D2CF5A346326}"/>
              </a:ext>
            </a:extLst>
          </p:cNvPr>
          <p:cNvSpPr txBox="1">
            <a:spLocks noGrp="1"/>
          </p:cNvSpPr>
          <p:nvPr>
            <p:ph type="sldNum" sz="quarter" idx="8"/>
          </p:nvPr>
        </p:nvSpPr>
        <p:spPr/>
        <p:txBody>
          <a:bodyPr/>
          <a:lstStyle>
            <a:lvl1pPr>
              <a:defRPr/>
            </a:lvl1pPr>
          </a:lstStyle>
          <a:p>
            <a:pPr lvl="0"/>
            <a:fld id="{F4E4337E-FC17-4C77-80AF-13159C342A0A}" type="slidenum">
              <a:t>‹#›</a:t>
            </a:fld>
            <a:endParaRPr lang="en-GB"/>
          </a:p>
        </p:txBody>
      </p:sp>
    </p:spTree>
    <p:extLst>
      <p:ext uri="{BB962C8B-B14F-4D97-AF65-F5344CB8AC3E}">
        <p14:creationId xmlns:p14="http://schemas.microsoft.com/office/powerpoint/2010/main" val="21243087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0AB80-3D6B-4DD9-B531-720274012EE7}"/>
              </a:ext>
            </a:extLst>
          </p:cNvPr>
          <p:cNvSpPr txBox="1">
            <a:spLocks noGrp="1"/>
          </p:cNvSpPr>
          <p:nvPr>
            <p:ph type="title"/>
          </p:nvPr>
        </p:nvSpPr>
        <p:spPr>
          <a:xfrm>
            <a:off x="2015072" y="1752603"/>
            <a:ext cx="8158688" cy="1822518"/>
          </a:xfrm>
        </p:spPr>
        <p:txBody>
          <a:bodyPr anchor="b"/>
          <a:lstStyle>
            <a:lvl1pPr>
              <a:defRPr/>
            </a:lvl1pPr>
          </a:lstStyle>
          <a:p>
            <a:pPr lvl="0"/>
            <a:r>
              <a:rPr lang="en-US"/>
              <a:t>Click to edit Master title style</a:t>
            </a:r>
          </a:p>
        </p:txBody>
      </p:sp>
      <p:sp>
        <p:nvSpPr>
          <p:cNvPr id="3" name="Text Placeholder 2">
            <a:extLst>
              <a:ext uri="{FF2B5EF4-FFF2-40B4-BE49-F238E27FC236}">
                <a16:creationId xmlns:a16="http://schemas.microsoft.com/office/drawing/2014/main" id="{88009918-5A84-40EE-B357-98DAAAE45039}"/>
              </a:ext>
            </a:extLst>
          </p:cNvPr>
          <p:cNvSpPr txBox="1">
            <a:spLocks noGrp="1"/>
          </p:cNvSpPr>
          <p:nvPr>
            <p:ph type="body" idx="1"/>
          </p:nvPr>
        </p:nvSpPr>
        <p:spPr>
          <a:xfrm>
            <a:off x="2015063" y="3846048"/>
            <a:ext cx="8158688" cy="954551"/>
          </a:xfrm>
        </p:spPr>
        <p:txBody>
          <a:bodyPr anchorCtr="1"/>
          <a:lstStyle>
            <a:lvl1pPr marL="0" indent="0" algn="ctr">
              <a:buNone/>
              <a:defRPr>
                <a:solidFill>
                  <a:srgbClr val="000000"/>
                </a:solidFill>
              </a:defRPr>
            </a:lvl1pPr>
          </a:lstStyle>
          <a:p>
            <a:pPr lvl="0"/>
            <a:r>
              <a:rPr lang="en-US"/>
              <a:t>Edit Master text styles</a:t>
            </a:r>
          </a:p>
        </p:txBody>
      </p:sp>
      <p:sp>
        <p:nvSpPr>
          <p:cNvPr id="4" name="Date Placeholder 3">
            <a:extLst>
              <a:ext uri="{FF2B5EF4-FFF2-40B4-BE49-F238E27FC236}">
                <a16:creationId xmlns:a16="http://schemas.microsoft.com/office/drawing/2014/main" id="{C7356906-071E-421B-B495-7F62C7024A17}"/>
              </a:ext>
            </a:extLst>
          </p:cNvPr>
          <p:cNvSpPr txBox="1">
            <a:spLocks noGrp="1"/>
          </p:cNvSpPr>
          <p:nvPr>
            <p:ph type="dt" sz="half" idx="7"/>
          </p:nvPr>
        </p:nvSpPr>
        <p:spPr/>
        <p:txBody>
          <a:bodyPr/>
          <a:lstStyle>
            <a:lvl1pPr>
              <a:defRPr/>
            </a:lvl1pPr>
          </a:lstStyle>
          <a:p>
            <a:pPr lvl="0"/>
            <a:fld id="{2E385DB3-6004-4FFC-B292-5638308301F9}" type="datetime1">
              <a:rPr lang="en-GB"/>
              <a:pPr lvl="0"/>
              <a:t>31/12/2019</a:t>
            </a:fld>
            <a:endParaRPr lang="en-GB"/>
          </a:p>
        </p:txBody>
      </p:sp>
      <p:sp>
        <p:nvSpPr>
          <p:cNvPr id="5" name="Footer Placeholder 4">
            <a:extLst>
              <a:ext uri="{FF2B5EF4-FFF2-40B4-BE49-F238E27FC236}">
                <a16:creationId xmlns:a16="http://schemas.microsoft.com/office/drawing/2014/main" id="{E5586E09-350A-4115-AD5F-DE3650A34165}"/>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5E8FB94B-8634-4408-85DE-F84569716CC5}"/>
              </a:ext>
            </a:extLst>
          </p:cNvPr>
          <p:cNvSpPr txBox="1">
            <a:spLocks noGrp="1"/>
          </p:cNvSpPr>
          <p:nvPr>
            <p:ph type="sldNum" sz="quarter" idx="8"/>
          </p:nvPr>
        </p:nvSpPr>
        <p:spPr/>
        <p:txBody>
          <a:bodyPr/>
          <a:lstStyle>
            <a:lvl1pPr>
              <a:defRPr/>
            </a:lvl1pPr>
          </a:lstStyle>
          <a:p>
            <a:pPr lvl="0"/>
            <a:fld id="{8E874692-CB32-44CD-8C36-92C64A89EA04}" type="slidenum">
              <a:t>‹#›</a:t>
            </a:fld>
            <a:endParaRPr lang="en-GB"/>
          </a:p>
        </p:txBody>
      </p:sp>
      <p:cxnSp>
        <p:nvCxnSpPr>
          <p:cNvPr id="7" name="Straight Connector 15">
            <a:extLst>
              <a:ext uri="{FF2B5EF4-FFF2-40B4-BE49-F238E27FC236}">
                <a16:creationId xmlns:a16="http://schemas.microsoft.com/office/drawing/2014/main" id="{2BF994AB-07C1-4A09-BB14-A706D2DD4DD5}"/>
              </a:ext>
            </a:extLst>
          </p:cNvPr>
          <p:cNvCxnSpPr/>
          <p:nvPr/>
        </p:nvCxnSpPr>
        <p:spPr>
          <a:xfrm>
            <a:off x="2012722" y="3710589"/>
            <a:ext cx="8163379"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2823210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2" name="Straight Connector 7">
            <a:extLst>
              <a:ext uri="{FF2B5EF4-FFF2-40B4-BE49-F238E27FC236}">
                <a16:creationId xmlns:a16="http://schemas.microsoft.com/office/drawing/2014/main" id="{53821A02-9BBB-4832-BF9C-565EFE1CAB3A}"/>
              </a:ext>
            </a:extLst>
          </p:cNvPr>
          <p:cNvCxnSpPr/>
          <p:nvPr/>
        </p:nvCxnSpPr>
        <p:spPr>
          <a:xfrm>
            <a:off x="1396169" y="2421468"/>
            <a:ext cx="9407302" cy="0"/>
          </a:xfrm>
          <a:prstGeom prst="straightConnector1">
            <a:avLst/>
          </a:prstGeom>
          <a:noFill/>
          <a:ln w="15873" cap="flat">
            <a:solidFill>
              <a:srgbClr val="83992A"/>
            </a:solidFill>
            <a:prstDash val="solid"/>
            <a:miter/>
          </a:ln>
        </p:spPr>
      </p:cxnSp>
      <p:sp>
        <p:nvSpPr>
          <p:cNvPr id="3" name="Title 1">
            <a:extLst>
              <a:ext uri="{FF2B5EF4-FFF2-40B4-BE49-F238E27FC236}">
                <a16:creationId xmlns:a16="http://schemas.microsoft.com/office/drawing/2014/main" id="{99A44B3A-0991-4CE6-A56F-05A43C8AE182}"/>
              </a:ext>
            </a:extLst>
          </p:cNvPr>
          <p:cNvSpPr txBox="1">
            <a:spLocks noGrp="1"/>
          </p:cNvSpPr>
          <p:nvPr>
            <p:ph type="title"/>
          </p:nvPr>
        </p:nvSpPr>
        <p:spPr/>
        <p:txBody>
          <a:bodyPr/>
          <a:lstStyle>
            <a:lvl1pPr>
              <a:defRPr/>
            </a:lvl1pPr>
          </a:lstStyle>
          <a:p>
            <a:pPr lvl="0"/>
            <a:r>
              <a:rPr lang="en-US"/>
              <a:t>Click to edit Master title style</a:t>
            </a:r>
          </a:p>
        </p:txBody>
      </p:sp>
      <p:sp>
        <p:nvSpPr>
          <p:cNvPr id="4" name="Content Placeholder 2">
            <a:extLst>
              <a:ext uri="{FF2B5EF4-FFF2-40B4-BE49-F238E27FC236}">
                <a16:creationId xmlns:a16="http://schemas.microsoft.com/office/drawing/2014/main" id="{90E44F5E-880C-488D-8AB9-D60E88A9FA2D}"/>
              </a:ext>
            </a:extLst>
          </p:cNvPr>
          <p:cNvSpPr txBox="1">
            <a:spLocks noGrp="1"/>
          </p:cNvSpPr>
          <p:nvPr>
            <p:ph idx="1"/>
          </p:nvPr>
        </p:nvSpPr>
        <p:spPr>
          <a:xfrm>
            <a:off x="1298448" y="2560320"/>
            <a:ext cx="4718303" cy="3310128"/>
          </a:xfrm>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9F442103-E070-4426-B3D1-B6BC9D2DF07C}"/>
              </a:ext>
            </a:extLst>
          </p:cNvPr>
          <p:cNvSpPr txBox="1">
            <a:spLocks noGrp="1"/>
          </p:cNvSpPr>
          <p:nvPr>
            <p:ph idx="2"/>
          </p:nvPr>
        </p:nvSpPr>
        <p:spPr>
          <a:xfrm>
            <a:off x="6181344" y="2560320"/>
            <a:ext cx="4718303" cy="3310128"/>
          </a:xfrm>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FBF397C0-6CA9-4FFD-BAAF-0C207279F5D0}"/>
              </a:ext>
            </a:extLst>
          </p:cNvPr>
          <p:cNvSpPr txBox="1">
            <a:spLocks noGrp="1"/>
          </p:cNvSpPr>
          <p:nvPr>
            <p:ph type="dt" sz="half" idx="7"/>
          </p:nvPr>
        </p:nvSpPr>
        <p:spPr/>
        <p:txBody>
          <a:bodyPr/>
          <a:lstStyle>
            <a:lvl1pPr>
              <a:defRPr/>
            </a:lvl1pPr>
          </a:lstStyle>
          <a:p>
            <a:pPr lvl="0"/>
            <a:fld id="{2EF50642-1B8C-40C1-93F0-09B23A852F3D}" type="datetime1">
              <a:rPr lang="en-GB"/>
              <a:pPr lvl="0"/>
              <a:t>31/12/2019</a:t>
            </a:fld>
            <a:endParaRPr lang="en-GB"/>
          </a:p>
        </p:txBody>
      </p:sp>
      <p:sp>
        <p:nvSpPr>
          <p:cNvPr id="7" name="Footer Placeholder 5">
            <a:extLst>
              <a:ext uri="{FF2B5EF4-FFF2-40B4-BE49-F238E27FC236}">
                <a16:creationId xmlns:a16="http://schemas.microsoft.com/office/drawing/2014/main" id="{478D7909-5538-48F2-B6F6-39676B29AB0A}"/>
              </a:ext>
            </a:extLst>
          </p:cNvPr>
          <p:cNvSpPr txBox="1">
            <a:spLocks noGrp="1"/>
          </p:cNvSpPr>
          <p:nvPr>
            <p:ph type="ftr" sz="quarter" idx="9"/>
          </p:nvPr>
        </p:nvSpPr>
        <p:spPr/>
        <p:txBody>
          <a:bodyPr/>
          <a:lstStyle>
            <a:lvl1pPr>
              <a:defRPr/>
            </a:lvl1pPr>
          </a:lstStyle>
          <a:p>
            <a:pPr lvl="0"/>
            <a:endParaRPr lang="en-GB"/>
          </a:p>
        </p:txBody>
      </p:sp>
      <p:sp>
        <p:nvSpPr>
          <p:cNvPr id="8" name="Slide Number Placeholder 6">
            <a:extLst>
              <a:ext uri="{FF2B5EF4-FFF2-40B4-BE49-F238E27FC236}">
                <a16:creationId xmlns:a16="http://schemas.microsoft.com/office/drawing/2014/main" id="{E01ABC68-444E-4414-938B-1B65034BC4A9}"/>
              </a:ext>
            </a:extLst>
          </p:cNvPr>
          <p:cNvSpPr txBox="1">
            <a:spLocks noGrp="1"/>
          </p:cNvSpPr>
          <p:nvPr>
            <p:ph type="sldNum" sz="quarter" idx="8"/>
          </p:nvPr>
        </p:nvSpPr>
        <p:spPr/>
        <p:txBody>
          <a:bodyPr/>
          <a:lstStyle>
            <a:lvl1pPr>
              <a:defRPr/>
            </a:lvl1pPr>
          </a:lstStyle>
          <a:p>
            <a:pPr lvl="0"/>
            <a:fld id="{DB23916E-F217-4035-B2D0-828A0C94512C}" type="slidenum">
              <a:t>‹#›</a:t>
            </a:fld>
            <a:endParaRPr lang="en-GB"/>
          </a:p>
        </p:txBody>
      </p:sp>
    </p:spTree>
    <p:extLst>
      <p:ext uri="{BB962C8B-B14F-4D97-AF65-F5344CB8AC3E}">
        <p14:creationId xmlns:p14="http://schemas.microsoft.com/office/powerpoint/2010/main" val="3447103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3FABC-EF3C-466A-B6F9-4FAD1AB60C7B}"/>
              </a:ext>
            </a:extLst>
          </p:cNvPr>
          <p:cNvSpPr txBox="1">
            <a:spLocks noGrp="1"/>
          </p:cNvSpPr>
          <p:nvPr>
            <p:ph type="title"/>
          </p:nvPr>
        </p:nvSpPr>
        <p:spPr/>
        <p:txBody>
          <a:bodyPr/>
          <a:lstStyle>
            <a:lvl1pPr>
              <a:defRPr/>
            </a:lvl1pPr>
          </a:lstStyle>
          <a:p>
            <a:pPr lvl="0"/>
            <a:r>
              <a:rPr lang="en-US"/>
              <a:t>Click to edit Master title style</a:t>
            </a:r>
          </a:p>
        </p:txBody>
      </p:sp>
      <p:sp>
        <p:nvSpPr>
          <p:cNvPr id="3" name="Text Placeholder 2">
            <a:extLst>
              <a:ext uri="{FF2B5EF4-FFF2-40B4-BE49-F238E27FC236}">
                <a16:creationId xmlns:a16="http://schemas.microsoft.com/office/drawing/2014/main" id="{DE4525E8-DDA7-473A-997D-DACC032ACBE7}"/>
              </a:ext>
            </a:extLst>
          </p:cNvPr>
          <p:cNvSpPr txBox="1">
            <a:spLocks noGrp="1"/>
          </p:cNvSpPr>
          <p:nvPr>
            <p:ph type="body" idx="1"/>
          </p:nvPr>
        </p:nvSpPr>
        <p:spPr>
          <a:xfrm>
            <a:off x="1295403" y="2658535"/>
            <a:ext cx="4718303" cy="576264"/>
          </a:xfrm>
        </p:spPr>
        <p:txBody>
          <a:bodyPr anchor="b">
            <a:noAutofit/>
          </a:bodyPr>
          <a:lstStyle>
            <a:lvl1pPr marL="0" indent="0">
              <a:spcBef>
                <a:spcPts val="670"/>
              </a:spcBef>
              <a:buNone/>
              <a:defRPr sz="2800">
                <a:solidFill>
                  <a:srgbClr val="83992A"/>
                </a:solidFill>
              </a:defRPr>
            </a:lvl1pPr>
          </a:lstStyle>
          <a:p>
            <a:pPr lvl="0"/>
            <a:r>
              <a:rPr lang="en-US"/>
              <a:t>Edit Master text styles</a:t>
            </a:r>
          </a:p>
        </p:txBody>
      </p:sp>
      <p:sp>
        <p:nvSpPr>
          <p:cNvPr id="4" name="Content Placeholder 3">
            <a:extLst>
              <a:ext uri="{FF2B5EF4-FFF2-40B4-BE49-F238E27FC236}">
                <a16:creationId xmlns:a16="http://schemas.microsoft.com/office/drawing/2014/main" id="{3FB7312F-CD78-42E7-8B84-E38FD75AFC59}"/>
              </a:ext>
            </a:extLst>
          </p:cNvPr>
          <p:cNvSpPr txBox="1">
            <a:spLocks noGrp="1"/>
          </p:cNvSpPr>
          <p:nvPr>
            <p:ph idx="2"/>
          </p:nvPr>
        </p:nvSpPr>
        <p:spPr>
          <a:xfrm>
            <a:off x="1295403" y="3243257"/>
            <a:ext cx="4718303" cy="2632603"/>
          </a:xfrm>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6F1CD6-546D-4B09-9750-77C9C564BBB5}"/>
              </a:ext>
            </a:extLst>
          </p:cNvPr>
          <p:cNvSpPr txBox="1">
            <a:spLocks noGrp="1"/>
          </p:cNvSpPr>
          <p:nvPr>
            <p:ph type="body" idx="3"/>
          </p:nvPr>
        </p:nvSpPr>
        <p:spPr>
          <a:xfrm>
            <a:off x="6180667" y="2658535"/>
            <a:ext cx="4718303" cy="576264"/>
          </a:xfrm>
        </p:spPr>
        <p:txBody>
          <a:bodyPr anchor="b">
            <a:noAutofit/>
          </a:bodyPr>
          <a:lstStyle>
            <a:lvl1pPr marL="0" indent="0">
              <a:spcBef>
                <a:spcPts val="670"/>
              </a:spcBef>
              <a:buNone/>
              <a:defRPr sz="2800">
                <a:solidFill>
                  <a:srgbClr val="83992A"/>
                </a:solidFill>
              </a:defRPr>
            </a:lvl1pPr>
          </a:lstStyle>
          <a:p>
            <a:pPr lvl="0"/>
            <a:r>
              <a:rPr lang="en-US"/>
              <a:t>Edit Master text styles</a:t>
            </a:r>
          </a:p>
        </p:txBody>
      </p:sp>
      <p:sp>
        <p:nvSpPr>
          <p:cNvPr id="6" name="Content Placeholder 5">
            <a:extLst>
              <a:ext uri="{FF2B5EF4-FFF2-40B4-BE49-F238E27FC236}">
                <a16:creationId xmlns:a16="http://schemas.microsoft.com/office/drawing/2014/main" id="{5B9FE449-98EC-4DD4-8E7B-A8FDB0BBCC72}"/>
              </a:ext>
            </a:extLst>
          </p:cNvPr>
          <p:cNvSpPr txBox="1">
            <a:spLocks noGrp="1"/>
          </p:cNvSpPr>
          <p:nvPr>
            <p:ph idx="4"/>
          </p:nvPr>
        </p:nvSpPr>
        <p:spPr>
          <a:xfrm>
            <a:off x="6180667" y="3243257"/>
            <a:ext cx="4718303" cy="2632603"/>
          </a:xfrm>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D8D06C-CB0A-4FF6-8177-77E9964B6B0F}"/>
              </a:ext>
            </a:extLst>
          </p:cNvPr>
          <p:cNvSpPr txBox="1">
            <a:spLocks noGrp="1"/>
          </p:cNvSpPr>
          <p:nvPr>
            <p:ph type="dt" sz="half" idx="7"/>
          </p:nvPr>
        </p:nvSpPr>
        <p:spPr/>
        <p:txBody>
          <a:bodyPr/>
          <a:lstStyle>
            <a:lvl1pPr>
              <a:defRPr/>
            </a:lvl1pPr>
          </a:lstStyle>
          <a:p>
            <a:pPr lvl="0"/>
            <a:fld id="{F2B10D81-BF24-4D38-B1D6-24D6EE7E3E56}" type="datetime1">
              <a:rPr lang="en-GB"/>
              <a:pPr lvl="0"/>
              <a:t>31/12/2019</a:t>
            </a:fld>
            <a:endParaRPr lang="en-GB"/>
          </a:p>
        </p:txBody>
      </p:sp>
      <p:sp>
        <p:nvSpPr>
          <p:cNvPr id="8" name="Footer Placeholder 7">
            <a:extLst>
              <a:ext uri="{FF2B5EF4-FFF2-40B4-BE49-F238E27FC236}">
                <a16:creationId xmlns:a16="http://schemas.microsoft.com/office/drawing/2014/main" id="{A5C149A0-AE5A-4AC3-B903-5E2A2FA45F4D}"/>
              </a:ext>
            </a:extLst>
          </p:cNvPr>
          <p:cNvSpPr txBox="1">
            <a:spLocks noGrp="1"/>
          </p:cNvSpPr>
          <p:nvPr>
            <p:ph type="ftr" sz="quarter" idx="9"/>
          </p:nvPr>
        </p:nvSpPr>
        <p:spPr/>
        <p:txBody>
          <a:bodyPr/>
          <a:lstStyle>
            <a:lvl1pPr>
              <a:defRPr/>
            </a:lvl1pPr>
          </a:lstStyle>
          <a:p>
            <a:pPr lvl="0"/>
            <a:endParaRPr lang="en-GB"/>
          </a:p>
        </p:txBody>
      </p:sp>
      <p:sp>
        <p:nvSpPr>
          <p:cNvPr id="9" name="Slide Number Placeholder 8">
            <a:extLst>
              <a:ext uri="{FF2B5EF4-FFF2-40B4-BE49-F238E27FC236}">
                <a16:creationId xmlns:a16="http://schemas.microsoft.com/office/drawing/2014/main" id="{AE161120-8986-48CB-ADD4-5CB68ADCF82D}"/>
              </a:ext>
            </a:extLst>
          </p:cNvPr>
          <p:cNvSpPr txBox="1">
            <a:spLocks noGrp="1"/>
          </p:cNvSpPr>
          <p:nvPr>
            <p:ph type="sldNum" sz="quarter" idx="8"/>
          </p:nvPr>
        </p:nvSpPr>
        <p:spPr/>
        <p:txBody>
          <a:bodyPr/>
          <a:lstStyle>
            <a:lvl1pPr>
              <a:defRPr/>
            </a:lvl1pPr>
          </a:lstStyle>
          <a:p>
            <a:pPr lvl="0"/>
            <a:fld id="{958F64BC-272A-4A52-A33C-A542EAB9B2C1}" type="slidenum">
              <a:t>‹#›</a:t>
            </a:fld>
            <a:endParaRPr lang="en-GB"/>
          </a:p>
        </p:txBody>
      </p:sp>
      <p:cxnSp>
        <p:nvCxnSpPr>
          <p:cNvPr id="10" name="Straight Connector 17">
            <a:extLst>
              <a:ext uri="{FF2B5EF4-FFF2-40B4-BE49-F238E27FC236}">
                <a16:creationId xmlns:a16="http://schemas.microsoft.com/office/drawing/2014/main" id="{254557BA-0D27-42E0-AFD0-078A6BC343E5}"/>
              </a:ext>
            </a:extLst>
          </p:cNvPr>
          <p:cNvCxnSpPr/>
          <p:nvPr/>
        </p:nvCxnSpPr>
        <p:spPr>
          <a:xfrm>
            <a:off x="1396169" y="2421468"/>
            <a:ext cx="9407302"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2608925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49A33-F5C2-44A3-A6D6-A420B7BC2CF2}"/>
              </a:ext>
            </a:extLst>
          </p:cNvPr>
          <p:cNvSpPr txBox="1">
            <a:spLocks noGrp="1"/>
          </p:cNvSpPr>
          <p:nvPr>
            <p:ph type="title"/>
          </p:nvPr>
        </p:nvSpPr>
        <p:spPr/>
        <p:txBody>
          <a:bodyPr/>
          <a:lstStyle>
            <a:lvl1pPr>
              <a:defRPr/>
            </a:lvl1pPr>
          </a:lstStyle>
          <a:p>
            <a:pPr lvl="0"/>
            <a:r>
              <a:rPr lang="en-US"/>
              <a:t>Click to edit Master title style</a:t>
            </a:r>
          </a:p>
        </p:txBody>
      </p:sp>
      <p:sp>
        <p:nvSpPr>
          <p:cNvPr id="3" name="Date Placeholder 2">
            <a:extLst>
              <a:ext uri="{FF2B5EF4-FFF2-40B4-BE49-F238E27FC236}">
                <a16:creationId xmlns:a16="http://schemas.microsoft.com/office/drawing/2014/main" id="{3D99A979-6C5A-4319-BBB1-35CC8E34408F}"/>
              </a:ext>
            </a:extLst>
          </p:cNvPr>
          <p:cNvSpPr txBox="1">
            <a:spLocks noGrp="1"/>
          </p:cNvSpPr>
          <p:nvPr>
            <p:ph type="dt" sz="half" idx="7"/>
          </p:nvPr>
        </p:nvSpPr>
        <p:spPr/>
        <p:txBody>
          <a:bodyPr/>
          <a:lstStyle>
            <a:lvl1pPr>
              <a:defRPr/>
            </a:lvl1pPr>
          </a:lstStyle>
          <a:p>
            <a:pPr lvl="0"/>
            <a:fld id="{591C9B6A-5E2A-42D5-9796-5A9552ACB56A}" type="datetime1">
              <a:rPr lang="en-GB"/>
              <a:pPr lvl="0"/>
              <a:t>31/12/2019</a:t>
            </a:fld>
            <a:endParaRPr lang="en-GB"/>
          </a:p>
        </p:txBody>
      </p:sp>
      <p:sp>
        <p:nvSpPr>
          <p:cNvPr id="4" name="Footer Placeholder 3">
            <a:extLst>
              <a:ext uri="{FF2B5EF4-FFF2-40B4-BE49-F238E27FC236}">
                <a16:creationId xmlns:a16="http://schemas.microsoft.com/office/drawing/2014/main" id="{3345F93C-105D-4182-B63B-390A5C8DC5FD}"/>
              </a:ext>
            </a:extLst>
          </p:cNvPr>
          <p:cNvSpPr txBox="1">
            <a:spLocks noGrp="1"/>
          </p:cNvSpPr>
          <p:nvPr>
            <p:ph type="ftr" sz="quarter" idx="9"/>
          </p:nvPr>
        </p:nvSpPr>
        <p:spPr/>
        <p:txBody>
          <a:bodyPr/>
          <a:lstStyle>
            <a:lvl1pPr>
              <a:defRPr/>
            </a:lvl1pPr>
          </a:lstStyle>
          <a:p>
            <a:pPr lvl="0"/>
            <a:endParaRPr lang="en-GB"/>
          </a:p>
        </p:txBody>
      </p:sp>
      <p:sp>
        <p:nvSpPr>
          <p:cNvPr id="5" name="Slide Number Placeholder 4">
            <a:extLst>
              <a:ext uri="{FF2B5EF4-FFF2-40B4-BE49-F238E27FC236}">
                <a16:creationId xmlns:a16="http://schemas.microsoft.com/office/drawing/2014/main" id="{409F63E4-2974-4B5A-865C-262A2F0D734C}"/>
              </a:ext>
            </a:extLst>
          </p:cNvPr>
          <p:cNvSpPr txBox="1">
            <a:spLocks noGrp="1"/>
          </p:cNvSpPr>
          <p:nvPr>
            <p:ph type="sldNum" sz="quarter" idx="8"/>
          </p:nvPr>
        </p:nvSpPr>
        <p:spPr/>
        <p:txBody>
          <a:bodyPr/>
          <a:lstStyle>
            <a:lvl1pPr>
              <a:defRPr/>
            </a:lvl1pPr>
          </a:lstStyle>
          <a:p>
            <a:pPr lvl="0"/>
            <a:fld id="{A58A0EB1-AB72-4BEA-AA4F-62C20BEC76FB}" type="slidenum">
              <a:t>‹#›</a:t>
            </a:fld>
            <a:endParaRPr lang="en-GB"/>
          </a:p>
        </p:txBody>
      </p:sp>
      <p:cxnSp>
        <p:nvCxnSpPr>
          <p:cNvPr id="6" name="Straight Connector 13">
            <a:extLst>
              <a:ext uri="{FF2B5EF4-FFF2-40B4-BE49-F238E27FC236}">
                <a16:creationId xmlns:a16="http://schemas.microsoft.com/office/drawing/2014/main" id="{3B012A83-6F9B-4D6B-B0F9-0823029C9DAB}"/>
              </a:ext>
            </a:extLst>
          </p:cNvPr>
          <p:cNvCxnSpPr/>
          <p:nvPr/>
        </p:nvCxnSpPr>
        <p:spPr>
          <a:xfrm>
            <a:off x="1396169" y="2421468"/>
            <a:ext cx="9407302"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3777144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5BAF89-7E19-4511-81DF-ED840B0632C2}"/>
              </a:ext>
            </a:extLst>
          </p:cNvPr>
          <p:cNvSpPr txBox="1">
            <a:spLocks noGrp="1"/>
          </p:cNvSpPr>
          <p:nvPr>
            <p:ph type="dt" sz="half" idx="7"/>
          </p:nvPr>
        </p:nvSpPr>
        <p:spPr/>
        <p:txBody>
          <a:bodyPr/>
          <a:lstStyle>
            <a:lvl1pPr>
              <a:defRPr/>
            </a:lvl1pPr>
          </a:lstStyle>
          <a:p>
            <a:pPr lvl="0"/>
            <a:fld id="{3F3FC9ED-AF20-4F2A-AEB4-5C5B0AC024C7}" type="datetime1">
              <a:rPr lang="en-GB"/>
              <a:pPr lvl="0"/>
              <a:t>31/12/2019</a:t>
            </a:fld>
            <a:endParaRPr lang="en-GB"/>
          </a:p>
        </p:txBody>
      </p:sp>
      <p:sp>
        <p:nvSpPr>
          <p:cNvPr id="3" name="Footer Placeholder 2">
            <a:extLst>
              <a:ext uri="{FF2B5EF4-FFF2-40B4-BE49-F238E27FC236}">
                <a16:creationId xmlns:a16="http://schemas.microsoft.com/office/drawing/2014/main" id="{F6AE0078-9AE0-4BD8-BC74-DBC305AC17B3}"/>
              </a:ext>
            </a:extLst>
          </p:cNvPr>
          <p:cNvSpPr txBox="1">
            <a:spLocks noGrp="1"/>
          </p:cNvSpPr>
          <p:nvPr>
            <p:ph type="ftr" sz="quarter" idx="9"/>
          </p:nvPr>
        </p:nvSpPr>
        <p:spPr/>
        <p:txBody>
          <a:bodyPr/>
          <a:lstStyle>
            <a:lvl1pPr>
              <a:defRPr/>
            </a:lvl1pPr>
          </a:lstStyle>
          <a:p>
            <a:pPr lvl="0"/>
            <a:endParaRPr lang="en-GB"/>
          </a:p>
        </p:txBody>
      </p:sp>
      <p:sp>
        <p:nvSpPr>
          <p:cNvPr id="4" name="Slide Number Placeholder 3">
            <a:extLst>
              <a:ext uri="{FF2B5EF4-FFF2-40B4-BE49-F238E27FC236}">
                <a16:creationId xmlns:a16="http://schemas.microsoft.com/office/drawing/2014/main" id="{0E843654-A0CF-46D6-A018-E8583995DA02}"/>
              </a:ext>
            </a:extLst>
          </p:cNvPr>
          <p:cNvSpPr txBox="1">
            <a:spLocks noGrp="1"/>
          </p:cNvSpPr>
          <p:nvPr>
            <p:ph type="sldNum" sz="quarter" idx="8"/>
          </p:nvPr>
        </p:nvSpPr>
        <p:spPr/>
        <p:txBody>
          <a:bodyPr/>
          <a:lstStyle>
            <a:lvl1pPr>
              <a:defRPr/>
            </a:lvl1pPr>
          </a:lstStyle>
          <a:p>
            <a:pPr lvl="0"/>
            <a:fld id="{C0350718-C4C6-49B0-9137-DE5F1608D5BC}" type="slidenum">
              <a:t>‹#›</a:t>
            </a:fld>
            <a:endParaRPr lang="en-GB"/>
          </a:p>
        </p:txBody>
      </p:sp>
    </p:spTree>
    <p:extLst>
      <p:ext uri="{BB962C8B-B14F-4D97-AF65-F5344CB8AC3E}">
        <p14:creationId xmlns:p14="http://schemas.microsoft.com/office/powerpoint/2010/main" val="168763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0CB86-0141-4E60-B1D8-E0212C5587B3}"/>
              </a:ext>
            </a:extLst>
          </p:cNvPr>
          <p:cNvSpPr txBox="1">
            <a:spLocks noGrp="1"/>
          </p:cNvSpPr>
          <p:nvPr>
            <p:ph type="title"/>
          </p:nvPr>
        </p:nvSpPr>
        <p:spPr>
          <a:xfrm>
            <a:off x="1293811" y="1388534"/>
            <a:ext cx="3718453" cy="1371600"/>
          </a:xfrm>
        </p:spPr>
        <p:txBody>
          <a:bodyPr anchor="b"/>
          <a:lstStyle>
            <a:lvl1pPr>
              <a:defRPr sz="2400"/>
            </a:lvl1pPr>
          </a:lstStyle>
          <a:p>
            <a:pPr lvl="0"/>
            <a:r>
              <a:rPr lang="en-US"/>
              <a:t>Click to edit Master title style</a:t>
            </a:r>
          </a:p>
        </p:txBody>
      </p:sp>
      <p:sp>
        <p:nvSpPr>
          <p:cNvPr id="3" name="Content Placeholder 2">
            <a:extLst>
              <a:ext uri="{FF2B5EF4-FFF2-40B4-BE49-F238E27FC236}">
                <a16:creationId xmlns:a16="http://schemas.microsoft.com/office/drawing/2014/main" id="{86A67ADB-CBD3-44F1-A04B-3B7F3E84E935}"/>
              </a:ext>
            </a:extLst>
          </p:cNvPr>
          <p:cNvSpPr txBox="1">
            <a:spLocks noGrp="1"/>
          </p:cNvSpPr>
          <p:nvPr>
            <p:ph idx="1"/>
          </p:nvPr>
        </p:nvSpPr>
        <p:spPr>
          <a:xfrm>
            <a:off x="5418670" y="982129"/>
            <a:ext cx="5469465" cy="4893731"/>
          </a:xfrm>
        </p:spPr>
        <p:txBody>
          <a:bodyPr anchor="ct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04B5F0-2D18-4349-9112-730E06C937CF}"/>
              </a:ext>
            </a:extLst>
          </p:cNvPr>
          <p:cNvSpPr txBox="1">
            <a:spLocks noGrp="1"/>
          </p:cNvSpPr>
          <p:nvPr>
            <p:ph type="body" idx="2"/>
          </p:nvPr>
        </p:nvSpPr>
        <p:spPr>
          <a:xfrm>
            <a:off x="1293811" y="3031062"/>
            <a:ext cx="3718453" cy="2438403"/>
          </a:xfrm>
        </p:spPr>
        <p:txBody>
          <a:bodyPr anchorCtr="1"/>
          <a:lstStyle>
            <a:lvl1pPr marL="0" indent="0" algn="ctr">
              <a:spcBef>
                <a:spcPts val="400"/>
              </a:spcBef>
              <a:buNone/>
              <a:defRPr sz="1600"/>
            </a:lvl1pPr>
          </a:lstStyle>
          <a:p>
            <a:pPr lvl="0"/>
            <a:r>
              <a:rPr lang="en-US"/>
              <a:t>Edit Master text styles</a:t>
            </a:r>
          </a:p>
        </p:txBody>
      </p:sp>
      <p:sp>
        <p:nvSpPr>
          <p:cNvPr id="5" name="Date Placeholder 4">
            <a:extLst>
              <a:ext uri="{FF2B5EF4-FFF2-40B4-BE49-F238E27FC236}">
                <a16:creationId xmlns:a16="http://schemas.microsoft.com/office/drawing/2014/main" id="{49425347-F8C2-4ABB-89F6-34E4A863F575}"/>
              </a:ext>
            </a:extLst>
          </p:cNvPr>
          <p:cNvSpPr txBox="1">
            <a:spLocks noGrp="1"/>
          </p:cNvSpPr>
          <p:nvPr>
            <p:ph type="dt" sz="half" idx="7"/>
          </p:nvPr>
        </p:nvSpPr>
        <p:spPr/>
        <p:txBody>
          <a:bodyPr/>
          <a:lstStyle>
            <a:lvl1pPr>
              <a:defRPr/>
            </a:lvl1pPr>
          </a:lstStyle>
          <a:p>
            <a:pPr lvl="0"/>
            <a:fld id="{F38DFCED-F4D4-4C08-A057-D9D5F983FB17}" type="datetime1">
              <a:rPr lang="en-GB"/>
              <a:pPr lvl="0"/>
              <a:t>31/12/2019</a:t>
            </a:fld>
            <a:endParaRPr lang="en-GB"/>
          </a:p>
        </p:txBody>
      </p:sp>
      <p:sp>
        <p:nvSpPr>
          <p:cNvPr id="6" name="Footer Placeholder 5">
            <a:extLst>
              <a:ext uri="{FF2B5EF4-FFF2-40B4-BE49-F238E27FC236}">
                <a16:creationId xmlns:a16="http://schemas.microsoft.com/office/drawing/2014/main" id="{73CA9111-4134-4592-A752-096EC5E57F07}"/>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5D7E9A1D-DEF0-4F3F-817C-48BC1025E1F0}"/>
              </a:ext>
            </a:extLst>
          </p:cNvPr>
          <p:cNvSpPr txBox="1">
            <a:spLocks noGrp="1"/>
          </p:cNvSpPr>
          <p:nvPr>
            <p:ph type="sldNum" sz="quarter" idx="8"/>
          </p:nvPr>
        </p:nvSpPr>
        <p:spPr/>
        <p:txBody>
          <a:bodyPr/>
          <a:lstStyle>
            <a:lvl1pPr>
              <a:defRPr/>
            </a:lvl1pPr>
          </a:lstStyle>
          <a:p>
            <a:pPr lvl="0"/>
            <a:fld id="{648C3C71-0124-4805-AE13-00CB81964A03}" type="slidenum">
              <a:t>‹#›</a:t>
            </a:fld>
            <a:endParaRPr lang="en-GB"/>
          </a:p>
        </p:txBody>
      </p:sp>
      <p:cxnSp>
        <p:nvCxnSpPr>
          <p:cNvPr id="8" name="Straight Connector 15">
            <a:extLst>
              <a:ext uri="{FF2B5EF4-FFF2-40B4-BE49-F238E27FC236}">
                <a16:creationId xmlns:a16="http://schemas.microsoft.com/office/drawing/2014/main" id="{C427A4CA-E88C-4B22-8C04-C8922E68BB12}"/>
              </a:ext>
            </a:extLst>
          </p:cNvPr>
          <p:cNvCxnSpPr/>
          <p:nvPr/>
        </p:nvCxnSpPr>
        <p:spPr>
          <a:xfrm>
            <a:off x="1396169" y="2912528"/>
            <a:ext cx="3514497"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3647202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30726-8046-4186-AE99-2FD272FFA1CC}"/>
              </a:ext>
            </a:extLst>
          </p:cNvPr>
          <p:cNvSpPr txBox="1">
            <a:spLocks noGrp="1"/>
          </p:cNvSpPr>
          <p:nvPr>
            <p:ph type="title"/>
          </p:nvPr>
        </p:nvSpPr>
        <p:spPr>
          <a:xfrm>
            <a:off x="1295403" y="1883828"/>
            <a:ext cx="6241813" cy="1371600"/>
          </a:xfrm>
        </p:spPr>
        <p:txBody>
          <a:bodyPr anchor="b"/>
          <a:lstStyle>
            <a:lvl1pPr>
              <a:defRPr sz="2800"/>
            </a:lvl1pPr>
          </a:lstStyle>
          <a:p>
            <a:pPr lvl="0"/>
            <a:r>
              <a:rPr lang="en-US"/>
              <a:t>Click to edit Master title style</a:t>
            </a:r>
          </a:p>
        </p:txBody>
      </p:sp>
      <p:sp>
        <p:nvSpPr>
          <p:cNvPr id="3" name="Picture Placeholder 2">
            <a:extLst>
              <a:ext uri="{FF2B5EF4-FFF2-40B4-BE49-F238E27FC236}">
                <a16:creationId xmlns:a16="http://schemas.microsoft.com/office/drawing/2014/main" id="{AF6A500B-C023-49A3-BFE9-A401976C8769}"/>
              </a:ext>
            </a:extLst>
          </p:cNvPr>
          <p:cNvSpPr txBox="1">
            <a:spLocks noGrp="1"/>
          </p:cNvSpPr>
          <p:nvPr>
            <p:ph type="pic" idx="1"/>
          </p:nvPr>
        </p:nvSpPr>
        <p:spPr>
          <a:xfrm>
            <a:off x="8094826" y="1041401"/>
            <a:ext cx="3063349" cy="4775197"/>
          </a:xfrm>
          <a:ln w="57150">
            <a:solidFill>
              <a:srgbClr val="7F7F7F"/>
            </a:solidFill>
            <a:prstDash val="solid"/>
            <a:miter/>
          </a:ln>
        </p:spPr>
        <p:txBody>
          <a:bodyPr anchorCtr="1"/>
          <a:lstStyle>
            <a:lvl1pPr marL="0" indent="0" algn="ctr">
              <a:spcBef>
                <a:spcPts val="400"/>
              </a:spcBef>
              <a:buNone/>
              <a:defRPr sz="1600"/>
            </a:lvl1pPr>
          </a:lstStyle>
          <a:p>
            <a:pPr lvl="0"/>
            <a:r>
              <a:rPr lang="en-US"/>
              <a:t>Click icon to add picture</a:t>
            </a:r>
          </a:p>
        </p:txBody>
      </p:sp>
      <p:sp>
        <p:nvSpPr>
          <p:cNvPr id="4" name="Text Placeholder 3">
            <a:extLst>
              <a:ext uri="{FF2B5EF4-FFF2-40B4-BE49-F238E27FC236}">
                <a16:creationId xmlns:a16="http://schemas.microsoft.com/office/drawing/2014/main" id="{978163DE-D19F-4118-A63F-806EF4D1C6DC}"/>
              </a:ext>
            </a:extLst>
          </p:cNvPr>
          <p:cNvSpPr txBox="1">
            <a:spLocks noGrp="1"/>
          </p:cNvSpPr>
          <p:nvPr>
            <p:ph type="body" idx="2"/>
          </p:nvPr>
        </p:nvSpPr>
        <p:spPr>
          <a:xfrm>
            <a:off x="1295403" y="3255428"/>
            <a:ext cx="6241813" cy="1828800"/>
          </a:xfrm>
        </p:spPr>
        <p:txBody>
          <a:bodyPr anchorCtr="1"/>
          <a:lstStyle>
            <a:lvl1pPr marL="0" indent="0" algn="ctr">
              <a:spcBef>
                <a:spcPts val="400"/>
              </a:spcBef>
              <a:buNone/>
              <a:defRPr sz="1800"/>
            </a:lvl1pPr>
          </a:lstStyle>
          <a:p>
            <a:pPr lvl="0"/>
            <a:r>
              <a:rPr lang="en-US"/>
              <a:t>Edit Master text styles</a:t>
            </a:r>
          </a:p>
        </p:txBody>
      </p:sp>
      <p:sp>
        <p:nvSpPr>
          <p:cNvPr id="5" name="Date Placeholder 4">
            <a:extLst>
              <a:ext uri="{FF2B5EF4-FFF2-40B4-BE49-F238E27FC236}">
                <a16:creationId xmlns:a16="http://schemas.microsoft.com/office/drawing/2014/main" id="{5EADD9F7-882B-4EB5-BC3D-DA356ADDFB48}"/>
              </a:ext>
            </a:extLst>
          </p:cNvPr>
          <p:cNvSpPr txBox="1">
            <a:spLocks noGrp="1"/>
          </p:cNvSpPr>
          <p:nvPr>
            <p:ph type="dt" sz="half" idx="7"/>
          </p:nvPr>
        </p:nvSpPr>
        <p:spPr/>
        <p:txBody>
          <a:bodyPr/>
          <a:lstStyle>
            <a:lvl1pPr>
              <a:defRPr/>
            </a:lvl1pPr>
          </a:lstStyle>
          <a:p>
            <a:pPr lvl="0"/>
            <a:fld id="{FD43A08C-6AB1-4967-9BCC-CD1F48AEC7A2}" type="datetime1">
              <a:rPr lang="en-GB"/>
              <a:pPr lvl="0"/>
              <a:t>31/12/2019</a:t>
            </a:fld>
            <a:endParaRPr lang="en-GB"/>
          </a:p>
        </p:txBody>
      </p:sp>
      <p:sp>
        <p:nvSpPr>
          <p:cNvPr id="6" name="Footer Placeholder 5">
            <a:extLst>
              <a:ext uri="{FF2B5EF4-FFF2-40B4-BE49-F238E27FC236}">
                <a16:creationId xmlns:a16="http://schemas.microsoft.com/office/drawing/2014/main" id="{021C4ABB-9BD8-483E-A625-D7AEF873AFF6}"/>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C01CC710-5297-443B-BAE0-39EF9E7E53CE}"/>
              </a:ext>
            </a:extLst>
          </p:cNvPr>
          <p:cNvSpPr txBox="1">
            <a:spLocks noGrp="1"/>
          </p:cNvSpPr>
          <p:nvPr>
            <p:ph type="sldNum" sz="quarter" idx="8"/>
          </p:nvPr>
        </p:nvSpPr>
        <p:spPr/>
        <p:txBody>
          <a:bodyPr/>
          <a:lstStyle>
            <a:lvl1pPr>
              <a:defRPr/>
            </a:lvl1pPr>
          </a:lstStyle>
          <a:p>
            <a:pPr lvl="0"/>
            <a:fld id="{298E0511-3EFE-43D4-A685-159A62024301}" type="slidenum">
              <a:t>‹#›</a:t>
            </a:fld>
            <a:endParaRPr lang="en-GB"/>
          </a:p>
        </p:txBody>
      </p:sp>
    </p:spTree>
    <p:extLst>
      <p:ext uri="{BB962C8B-B14F-4D97-AF65-F5344CB8AC3E}">
        <p14:creationId xmlns:p14="http://schemas.microsoft.com/office/powerpoint/2010/main" val="1922315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98CA3-976D-4892-8BB6-6CD471129E8A}"/>
              </a:ext>
            </a:extLst>
          </p:cNvPr>
          <p:cNvSpPr txBox="1">
            <a:spLocks noGrp="1"/>
          </p:cNvSpPr>
          <p:nvPr>
            <p:ph type="title"/>
          </p:nvPr>
        </p:nvSpPr>
        <p:spPr>
          <a:xfrm>
            <a:off x="1295403" y="4815413"/>
            <a:ext cx="9609667" cy="566735"/>
          </a:xfrm>
        </p:spPr>
        <p:txBody>
          <a:bodyPr anchor="b"/>
          <a:lstStyle>
            <a:lvl1pPr>
              <a:defRPr sz="2400"/>
            </a:lvl1pPr>
          </a:lstStyle>
          <a:p>
            <a:pPr lvl="0"/>
            <a:r>
              <a:rPr lang="en-US"/>
              <a:t>Click to edit Master title style</a:t>
            </a:r>
          </a:p>
        </p:txBody>
      </p:sp>
      <p:sp>
        <p:nvSpPr>
          <p:cNvPr id="3" name="Picture Placeholder 2">
            <a:extLst>
              <a:ext uri="{FF2B5EF4-FFF2-40B4-BE49-F238E27FC236}">
                <a16:creationId xmlns:a16="http://schemas.microsoft.com/office/drawing/2014/main" id="{67C20097-EF32-4F42-868A-B3C187FBCBD2}"/>
              </a:ext>
            </a:extLst>
          </p:cNvPr>
          <p:cNvSpPr txBox="1">
            <a:spLocks noGrp="1"/>
          </p:cNvSpPr>
          <p:nvPr>
            <p:ph type="pic" idx="4294967295"/>
          </p:nvPr>
        </p:nvSpPr>
        <p:spPr>
          <a:xfrm>
            <a:off x="1041428" y="1041401"/>
            <a:ext cx="10105976" cy="3335868"/>
          </a:xfrm>
          <a:ln w="57150">
            <a:solidFill>
              <a:srgbClr val="7F7F7F"/>
            </a:solidFill>
            <a:prstDash val="solid"/>
            <a:miter/>
          </a:ln>
        </p:spPr>
        <p:txBody>
          <a:bodyPr anchorCtr="1"/>
          <a:lstStyle>
            <a:lvl1pPr marL="0" indent="0" algn="ctr">
              <a:spcBef>
                <a:spcPts val="400"/>
              </a:spcBef>
              <a:buNone/>
              <a:defRPr sz="1600"/>
            </a:lvl1pPr>
          </a:lstStyle>
          <a:p>
            <a:pPr lvl="0"/>
            <a:r>
              <a:rPr lang="en-US"/>
              <a:t>Click icon to add picture</a:t>
            </a:r>
          </a:p>
        </p:txBody>
      </p:sp>
      <p:sp>
        <p:nvSpPr>
          <p:cNvPr id="4" name="Text Placeholder 3">
            <a:extLst>
              <a:ext uri="{FF2B5EF4-FFF2-40B4-BE49-F238E27FC236}">
                <a16:creationId xmlns:a16="http://schemas.microsoft.com/office/drawing/2014/main" id="{7214B2BE-C1BE-494E-842A-C899FDDFAD07}"/>
              </a:ext>
            </a:extLst>
          </p:cNvPr>
          <p:cNvSpPr txBox="1">
            <a:spLocks noGrp="1"/>
          </p:cNvSpPr>
          <p:nvPr>
            <p:ph type="body" idx="4294967295"/>
          </p:nvPr>
        </p:nvSpPr>
        <p:spPr>
          <a:xfrm>
            <a:off x="1295403" y="5382149"/>
            <a:ext cx="9609667" cy="493711"/>
          </a:xfrm>
        </p:spPr>
        <p:txBody>
          <a:bodyPr anchorCtr="1"/>
          <a:lstStyle>
            <a:lvl1pPr marL="0" indent="0" algn="ctr">
              <a:spcBef>
                <a:spcPts val="300"/>
              </a:spcBef>
              <a:buNone/>
              <a:defRPr sz="1400"/>
            </a:lvl1pPr>
          </a:lstStyle>
          <a:p>
            <a:pPr lvl="0"/>
            <a:r>
              <a:rPr lang="en-US"/>
              <a:t>Edit Master text styles</a:t>
            </a:r>
          </a:p>
        </p:txBody>
      </p:sp>
      <p:sp>
        <p:nvSpPr>
          <p:cNvPr id="5" name="Date Placeholder 4">
            <a:extLst>
              <a:ext uri="{FF2B5EF4-FFF2-40B4-BE49-F238E27FC236}">
                <a16:creationId xmlns:a16="http://schemas.microsoft.com/office/drawing/2014/main" id="{3E65F1F2-8EC6-45E5-B6E5-64FB6CB3AFCA}"/>
              </a:ext>
            </a:extLst>
          </p:cNvPr>
          <p:cNvSpPr txBox="1">
            <a:spLocks noGrp="1"/>
          </p:cNvSpPr>
          <p:nvPr>
            <p:ph type="dt" sz="half" idx="7"/>
          </p:nvPr>
        </p:nvSpPr>
        <p:spPr/>
        <p:txBody>
          <a:bodyPr/>
          <a:lstStyle>
            <a:lvl1pPr>
              <a:defRPr/>
            </a:lvl1pPr>
          </a:lstStyle>
          <a:p>
            <a:pPr lvl="0"/>
            <a:fld id="{40FBC65B-D60E-4184-B4F0-314EF442560B}" type="datetime1">
              <a:rPr lang="en-GB"/>
              <a:pPr lvl="0"/>
              <a:t>31/12/2019</a:t>
            </a:fld>
            <a:endParaRPr lang="en-GB"/>
          </a:p>
        </p:txBody>
      </p:sp>
      <p:sp>
        <p:nvSpPr>
          <p:cNvPr id="6" name="Footer Placeholder 5">
            <a:extLst>
              <a:ext uri="{FF2B5EF4-FFF2-40B4-BE49-F238E27FC236}">
                <a16:creationId xmlns:a16="http://schemas.microsoft.com/office/drawing/2014/main" id="{ED36E344-FFF5-4A54-88F2-C4D5BD46E645}"/>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8372B357-72B5-4C87-A254-D612A27A1E5D}"/>
              </a:ext>
            </a:extLst>
          </p:cNvPr>
          <p:cNvSpPr txBox="1">
            <a:spLocks noGrp="1"/>
          </p:cNvSpPr>
          <p:nvPr>
            <p:ph type="sldNum" sz="quarter" idx="8"/>
          </p:nvPr>
        </p:nvSpPr>
        <p:spPr/>
        <p:txBody>
          <a:bodyPr/>
          <a:lstStyle>
            <a:lvl1pPr>
              <a:defRPr/>
            </a:lvl1pPr>
          </a:lstStyle>
          <a:p>
            <a:pPr lvl="0"/>
            <a:fld id="{9720D22E-0739-4593-AA44-E373CB4C6468}" type="slidenum">
              <a:t>‹#›</a:t>
            </a:fld>
            <a:endParaRPr lang="en-GB"/>
          </a:p>
        </p:txBody>
      </p:sp>
    </p:spTree>
    <p:extLst>
      <p:ext uri="{BB962C8B-B14F-4D97-AF65-F5344CB8AC3E}">
        <p14:creationId xmlns:p14="http://schemas.microsoft.com/office/powerpoint/2010/main" val="2648667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9CA35-4D21-48BB-B42A-37F94187BAB1}"/>
              </a:ext>
            </a:extLst>
          </p:cNvPr>
          <p:cNvSpPr txBox="1">
            <a:spLocks noGrp="1"/>
          </p:cNvSpPr>
          <p:nvPr>
            <p:ph type="title"/>
          </p:nvPr>
        </p:nvSpPr>
        <p:spPr>
          <a:xfrm>
            <a:off x="1303870" y="982129"/>
            <a:ext cx="9592732" cy="2954865"/>
          </a:xfrm>
        </p:spPr>
        <p:txBody>
          <a:bodyPr/>
          <a:lstStyle>
            <a:lvl1pPr>
              <a:defRPr sz="3200"/>
            </a:lvl1pPr>
          </a:lstStyle>
          <a:p>
            <a:pPr lvl="0"/>
            <a:r>
              <a:rPr lang="en-US"/>
              <a:t>Click to edit Master title style</a:t>
            </a:r>
          </a:p>
        </p:txBody>
      </p:sp>
      <p:sp>
        <p:nvSpPr>
          <p:cNvPr id="3" name="Text Placeholder 2">
            <a:extLst>
              <a:ext uri="{FF2B5EF4-FFF2-40B4-BE49-F238E27FC236}">
                <a16:creationId xmlns:a16="http://schemas.microsoft.com/office/drawing/2014/main" id="{11EDF7A6-B6C6-4DD2-8F5E-DDA50674B410}"/>
              </a:ext>
            </a:extLst>
          </p:cNvPr>
          <p:cNvSpPr txBox="1">
            <a:spLocks noGrp="1"/>
          </p:cNvSpPr>
          <p:nvPr>
            <p:ph type="body" idx="4294967295"/>
          </p:nvPr>
        </p:nvSpPr>
        <p:spPr>
          <a:xfrm>
            <a:off x="1303870" y="4343400"/>
            <a:ext cx="9592732" cy="1532470"/>
          </a:xfrm>
        </p:spPr>
        <p:txBody>
          <a:bodyPr anchor="ctr" anchorCtr="1"/>
          <a:lstStyle>
            <a:lvl1pPr marL="0" indent="0" algn="ctr">
              <a:spcBef>
                <a:spcPts val="500"/>
              </a:spcBef>
              <a:buNone/>
              <a:defRPr sz="2000">
                <a:solidFill>
                  <a:srgbClr val="000000"/>
                </a:solidFill>
              </a:defRPr>
            </a:lvl1pPr>
          </a:lstStyle>
          <a:p>
            <a:pPr lvl="0"/>
            <a:r>
              <a:rPr lang="en-US"/>
              <a:t>Edit Master text styles</a:t>
            </a:r>
          </a:p>
        </p:txBody>
      </p:sp>
      <p:sp>
        <p:nvSpPr>
          <p:cNvPr id="4" name="Date Placeholder 3">
            <a:extLst>
              <a:ext uri="{FF2B5EF4-FFF2-40B4-BE49-F238E27FC236}">
                <a16:creationId xmlns:a16="http://schemas.microsoft.com/office/drawing/2014/main" id="{9F760146-E853-43A8-A300-C89D57C22774}"/>
              </a:ext>
            </a:extLst>
          </p:cNvPr>
          <p:cNvSpPr txBox="1">
            <a:spLocks noGrp="1"/>
          </p:cNvSpPr>
          <p:nvPr>
            <p:ph type="dt" sz="half" idx="7"/>
          </p:nvPr>
        </p:nvSpPr>
        <p:spPr/>
        <p:txBody>
          <a:bodyPr/>
          <a:lstStyle>
            <a:lvl1pPr>
              <a:defRPr/>
            </a:lvl1pPr>
          </a:lstStyle>
          <a:p>
            <a:pPr lvl="0"/>
            <a:fld id="{60ED2593-C28A-47A6-9418-C55B7E6B3973}" type="datetime1">
              <a:rPr lang="en-GB"/>
              <a:pPr lvl="0"/>
              <a:t>31/12/2019</a:t>
            </a:fld>
            <a:endParaRPr lang="en-GB"/>
          </a:p>
        </p:txBody>
      </p:sp>
      <p:sp>
        <p:nvSpPr>
          <p:cNvPr id="5" name="Footer Placeholder 4">
            <a:extLst>
              <a:ext uri="{FF2B5EF4-FFF2-40B4-BE49-F238E27FC236}">
                <a16:creationId xmlns:a16="http://schemas.microsoft.com/office/drawing/2014/main" id="{43EF45EE-4101-4C3B-AB23-EF8943CE2881}"/>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CD9B890C-0DE1-4D8C-8330-16FAE24740D2}"/>
              </a:ext>
            </a:extLst>
          </p:cNvPr>
          <p:cNvSpPr txBox="1">
            <a:spLocks noGrp="1"/>
          </p:cNvSpPr>
          <p:nvPr>
            <p:ph type="sldNum" sz="quarter" idx="8"/>
          </p:nvPr>
        </p:nvSpPr>
        <p:spPr/>
        <p:txBody>
          <a:bodyPr/>
          <a:lstStyle>
            <a:lvl1pPr>
              <a:defRPr/>
            </a:lvl1pPr>
          </a:lstStyle>
          <a:p>
            <a:pPr lvl="0"/>
            <a:fld id="{0A7B6E19-62EB-4BF8-8A04-BC827B3948AF}" type="slidenum">
              <a:t>‹#›</a:t>
            </a:fld>
            <a:endParaRPr lang="en-GB"/>
          </a:p>
        </p:txBody>
      </p:sp>
      <p:cxnSp>
        <p:nvCxnSpPr>
          <p:cNvPr id="7" name="Straight Connector 14">
            <a:extLst>
              <a:ext uri="{FF2B5EF4-FFF2-40B4-BE49-F238E27FC236}">
                <a16:creationId xmlns:a16="http://schemas.microsoft.com/office/drawing/2014/main" id="{A5D8FDE6-6920-4925-81BB-91AA5B76AC3F}"/>
              </a:ext>
            </a:extLst>
          </p:cNvPr>
          <p:cNvCxnSpPr/>
          <p:nvPr/>
        </p:nvCxnSpPr>
        <p:spPr>
          <a:xfrm>
            <a:off x="1396169" y="4140202"/>
            <a:ext cx="9407302"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13558210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13F5C-BD5B-4E25-B700-DE0F194FF7C6}"/>
              </a:ext>
            </a:extLst>
          </p:cNvPr>
          <p:cNvSpPr txBox="1">
            <a:spLocks noGrp="1"/>
          </p:cNvSpPr>
          <p:nvPr>
            <p:ph type="title"/>
          </p:nvPr>
        </p:nvSpPr>
        <p:spPr>
          <a:xfrm>
            <a:off x="1446215" y="982129"/>
            <a:ext cx="9296393" cy="2370664"/>
          </a:xfrm>
        </p:spPr>
        <p:txBody>
          <a:bodyPr/>
          <a:lstStyle>
            <a:lvl1pPr>
              <a:defRPr sz="3200">
                <a:solidFill>
                  <a:srgbClr val="000000"/>
                </a:solidFill>
              </a:defRPr>
            </a:lvl1pPr>
          </a:lstStyle>
          <a:p>
            <a:pPr lvl="0"/>
            <a:r>
              <a:rPr lang="en-US"/>
              <a:t>Click to edit Master title style</a:t>
            </a:r>
          </a:p>
        </p:txBody>
      </p:sp>
      <p:sp>
        <p:nvSpPr>
          <p:cNvPr id="3" name="Text Placeholder 9">
            <a:extLst>
              <a:ext uri="{FF2B5EF4-FFF2-40B4-BE49-F238E27FC236}">
                <a16:creationId xmlns:a16="http://schemas.microsoft.com/office/drawing/2014/main" id="{1B009D7A-4CE8-4D7D-95AB-C52D626B867C}"/>
              </a:ext>
            </a:extLst>
          </p:cNvPr>
          <p:cNvSpPr txBox="1">
            <a:spLocks noGrp="1"/>
          </p:cNvSpPr>
          <p:nvPr>
            <p:ph type="body" idx="4294967295"/>
          </p:nvPr>
        </p:nvSpPr>
        <p:spPr>
          <a:xfrm>
            <a:off x="1674815" y="3352803"/>
            <a:ext cx="8839203" cy="584201"/>
          </a:xfrm>
        </p:spPr>
        <p:txBody>
          <a:bodyPr anchor="ctr"/>
          <a:lstStyle>
            <a:lvl1pPr marL="0" indent="0" algn="r">
              <a:spcBef>
                <a:spcPts val="500"/>
              </a:spcBef>
              <a:buNone/>
              <a:defRPr sz="2000"/>
            </a:lvl1pPr>
          </a:lstStyle>
          <a:p>
            <a:pPr lvl="0"/>
            <a:r>
              <a:rPr lang="en-US"/>
              <a:t>Edit Master text styles</a:t>
            </a:r>
          </a:p>
        </p:txBody>
      </p:sp>
      <p:sp>
        <p:nvSpPr>
          <p:cNvPr id="4" name="Text Placeholder 2">
            <a:extLst>
              <a:ext uri="{FF2B5EF4-FFF2-40B4-BE49-F238E27FC236}">
                <a16:creationId xmlns:a16="http://schemas.microsoft.com/office/drawing/2014/main" id="{A80B4980-DF03-4ADE-9E48-56B1A775F829}"/>
              </a:ext>
            </a:extLst>
          </p:cNvPr>
          <p:cNvSpPr txBox="1">
            <a:spLocks noGrp="1"/>
          </p:cNvSpPr>
          <p:nvPr>
            <p:ph type="body" idx="4294967295"/>
          </p:nvPr>
        </p:nvSpPr>
        <p:spPr>
          <a:xfrm>
            <a:off x="1295403" y="4343400"/>
            <a:ext cx="9609667" cy="1532470"/>
          </a:xfrm>
        </p:spPr>
        <p:txBody>
          <a:bodyPr anchor="ctr" anchorCtr="1"/>
          <a:lstStyle>
            <a:lvl1pPr marL="0" indent="0" algn="ctr">
              <a:spcBef>
                <a:spcPts val="500"/>
              </a:spcBef>
              <a:buNone/>
              <a:defRPr sz="2000">
                <a:solidFill>
                  <a:srgbClr val="000000"/>
                </a:solidFill>
              </a:defRPr>
            </a:lvl1pPr>
          </a:lstStyle>
          <a:p>
            <a:pPr lvl="0"/>
            <a:r>
              <a:rPr lang="en-US"/>
              <a:t>Edit Master text styles</a:t>
            </a:r>
          </a:p>
        </p:txBody>
      </p:sp>
      <p:sp>
        <p:nvSpPr>
          <p:cNvPr id="5" name="Date Placeholder 3">
            <a:extLst>
              <a:ext uri="{FF2B5EF4-FFF2-40B4-BE49-F238E27FC236}">
                <a16:creationId xmlns:a16="http://schemas.microsoft.com/office/drawing/2014/main" id="{7B8F54B3-8CCC-43F3-A1FA-A72CB76B06B2}"/>
              </a:ext>
            </a:extLst>
          </p:cNvPr>
          <p:cNvSpPr txBox="1">
            <a:spLocks noGrp="1"/>
          </p:cNvSpPr>
          <p:nvPr>
            <p:ph type="dt" sz="half" idx="7"/>
          </p:nvPr>
        </p:nvSpPr>
        <p:spPr/>
        <p:txBody>
          <a:bodyPr/>
          <a:lstStyle>
            <a:lvl1pPr>
              <a:defRPr/>
            </a:lvl1pPr>
          </a:lstStyle>
          <a:p>
            <a:pPr lvl="0"/>
            <a:fld id="{1E35DF2B-DCC2-489E-8DD2-8BE93981D820}" type="datetime1">
              <a:rPr lang="en-GB"/>
              <a:pPr lvl="0"/>
              <a:t>31/12/2019</a:t>
            </a:fld>
            <a:endParaRPr lang="en-GB"/>
          </a:p>
        </p:txBody>
      </p:sp>
      <p:sp>
        <p:nvSpPr>
          <p:cNvPr id="6" name="Footer Placeholder 4">
            <a:extLst>
              <a:ext uri="{FF2B5EF4-FFF2-40B4-BE49-F238E27FC236}">
                <a16:creationId xmlns:a16="http://schemas.microsoft.com/office/drawing/2014/main" id="{2748932A-F8DD-409C-BCB1-71FEA3DD488F}"/>
              </a:ext>
            </a:extLst>
          </p:cNvPr>
          <p:cNvSpPr txBox="1">
            <a:spLocks noGrp="1"/>
          </p:cNvSpPr>
          <p:nvPr>
            <p:ph type="ftr" sz="quarter" idx="9"/>
          </p:nvPr>
        </p:nvSpPr>
        <p:spPr/>
        <p:txBody>
          <a:bodyPr/>
          <a:lstStyle>
            <a:lvl1pPr>
              <a:defRPr/>
            </a:lvl1pPr>
          </a:lstStyle>
          <a:p>
            <a:pPr lvl="0"/>
            <a:endParaRPr lang="en-GB"/>
          </a:p>
        </p:txBody>
      </p:sp>
      <p:sp>
        <p:nvSpPr>
          <p:cNvPr id="7" name="Slide Number Placeholder 5">
            <a:extLst>
              <a:ext uri="{FF2B5EF4-FFF2-40B4-BE49-F238E27FC236}">
                <a16:creationId xmlns:a16="http://schemas.microsoft.com/office/drawing/2014/main" id="{FFF8B414-4B1C-4737-A29B-44A4AD567028}"/>
              </a:ext>
            </a:extLst>
          </p:cNvPr>
          <p:cNvSpPr txBox="1">
            <a:spLocks noGrp="1"/>
          </p:cNvSpPr>
          <p:nvPr>
            <p:ph type="sldNum" sz="quarter" idx="8"/>
          </p:nvPr>
        </p:nvSpPr>
        <p:spPr/>
        <p:txBody>
          <a:bodyPr/>
          <a:lstStyle>
            <a:lvl1pPr>
              <a:defRPr/>
            </a:lvl1pPr>
          </a:lstStyle>
          <a:p>
            <a:pPr lvl="0"/>
            <a:fld id="{C9967CF4-71C5-443B-9F44-348101621242}" type="slidenum">
              <a:t>‹#›</a:t>
            </a:fld>
            <a:endParaRPr lang="en-GB"/>
          </a:p>
        </p:txBody>
      </p:sp>
      <p:sp>
        <p:nvSpPr>
          <p:cNvPr id="8" name="TextBox 13">
            <a:extLst>
              <a:ext uri="{FF2B5EF4-FFF2-40B4-BE49-F238E27FC236}">
                <a16:creationId xmlns:a16="http://schemas.microsoft.com/office/drawing/2014/main" id="{B071EFA9-93A6-4FE1-B57F-7CDAA940000D}"/>
              </a:ext>
            </a:extLst>
          </p:cNvPr>
          <p:cNvSpPr txBox="1"/>
          <p:nvPr/>
        </p:nvSpPr>
        <p:spPr>
          <a:xfrm>
            <a:off x="862014" y="879963"/>
            <a:ext cx="609603" cy="584777"/>
          </a:xfrm>
          <a:prstGeom prst="rect">
            <a:avLst/>
          </a:prstGeom>
          <a:noFill/>
          <a:ln cap="flat">
            <a:noFill/>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0" b="0" i="0" u="none" strike="noStrike" kern="1200" cap="none" spc="0" baseline="0">
                <a:solidFill>
                  <a:srgbClr val="000000"/>
                </a:solidFill>
                <a:uFillTx/>
                <a:latin typeface="Garamond"/>
              </a:rPr>
              <a:t>“</a:t>
            </a:r>
          </a:p>
        </p:txBody>
      </p:sp>
      <p:sp>
        <p:nvSpPr>
          <p:cNvPr id="9" name="TextBox 14">
            <a:extLst>
              <a:ext uri="{FF2B5EF4-FFF2-40B4-BE49-F238E27FC236}">
                <a16:creationId xmlns:a16="http://schemas.microsoft.com/office/drawing/2014/main" id="{7E07E733-9C76-404C-A8BC-FEE211CB8D1C}"/>
              </a:ext>
            </a:extLst>
          </p:cNvPr>
          <p:cNvSpPr txBox="1"/>
          <p:nvPr/>
        </p:nvSpPr>
        <p:spPr>
          <a:xfrm>
            <a:off x="10600264" y="2827873"/>
            <a:ext cx="609603" cy="584777"/>
          </a:xfrm>
          <a:prstGeom prst="rect">
            <a:avLst/>
          </a:prstGeom>
          <a:noFill/>
          <a:ln cap="flat">
            <a:noFill/>
          </a:ln>
        </p:spPr>
        <p:txBody>
          <a:bodyPr vert="horz" wrap="square" lIns="91440" tIns="45720" rIns="91440" bIns="45720" anchor="ctr"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0" b="0" i="0" u="none" strike="noStrike" kern="1200" cap="none" spc="0" baseline="0">
                <a:solidFill>
                  <a:srgbClr val="000000"/>
                </a:solidFill>
                <a:uFillTx/>
                <a:latin typeface="Garamond"/>
              </a:rPr>
              <a:t>”</a:t>
            </a:r>
          </a:p>
        </p:txBody>
      </p:sp>
      <p:cxnSp>
        <p:nvCxnSpPr>
          <p:cNvPr id="10" name="Straight Connector 18">
            <a:extLst>
              <a:ext uri="{FF2B5EF4-FFF2-40B4-BE49-F238E27FC236}">
                <a16:creationId xmlns:a16="http://schemas.microsoft.com/office/drawing/2014/main" id="{139FC844-39D7-4DDE-AB26-A1BAF72DD911}"/>
              </a:ext>
            </a:extLst>
          </p:cNvPr>
          <p:cNvCxnSpPr/>
          <p:nvPr/>
        </p:nvCxnSpPr>
        <p:spPr>
          <a:xfrm>
            <a:off x="1396169" y="4140202"/>
            <a:ext cx="9407302"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9325765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D5A55-6765-4255-B044-34B70B150F16}"/>
              </a:ext>
            </a:extLst>
          </p:cNvPr>
          <p:cNvSpPr txBox="1">
            <a:spLocks noGrp="1"/>
          </p:cNvSpPr>
          <p:nvPr>
            <p:ph type="title"/>
          </p:nvPr>
        </p:nvSpPr>
        <p:spPr>
          <a:xfrm>
            <a:off x="1295403" y="3308582"/>
            <a:ext cx="9609667" cy="1468800"/>
          </a:xfrm>
        </p:spPr>
        <p:txBody>
          <a:bodyPr anchor="b" anchorCtr="0"/>
          <a:lstStyle>
            <a:lvl1pPr algn="l">
              <a:defRPr sz="3200"/>
            </a:lvl1pPr>
          </a:lstStyle>
          <a:p>
            <a:pPr lvl="0"/>
            <a:r>
              <a:rPr lang="en-US"/>
              <a:t>Click to edit Master title style</a:t>
            </a:r>
          </a:p>
        </p:txBody>
      </p:sp>
      <p:sp>
        <p:nvSpPr>
          <p:cNvPr id="3" name="Text Placeholder 2">
            <a:extLst>
              <a:ext uri="{FF2B5EF4-FFF2-40B4-BE49-F238E27FC236}">
                <a16:creationId xmlns:a16="http://schemas.microsoft.com/office/drawing/2014/main" id="{E959601D-648F-4DDF-8662-7DC67C5A4813}"/>
              </a:ext>
            </a:extLst>
          </p:cNvPr>
          <p:cNvSpPr txBox="1">
            <a:spLocks noGrp="1"/>
          </p:cNvSpPr>
          <p:nvPr>
            <p:ph type="body" idx="4294967295"/>
          </p:nvPr>
        </p:nvSpPr>
        <p:spPr>
          <a:xfrm>
            <a:off x="1295403" y="4777383"/>
            <a:ext cx="9609667" cy="860395"/>
          </a:xfrm>
        </p:spPr>
        <p:txBody>
          <a:bodyPr/>
          <a:lstStyle>
            <a:lvl1pPr marL="0" indent="0">
              <a:spcBef>
                <a:spcPts val="500"/>
              </a:spcBef>
              <a:buNone/>
              <a:defRPr sz="2000">
                <a:solidFill>
                  <a:srgbClr val="000000"/>
                </a:solidFill>
              </a:defRPr>
            </a:lvl1pPr>
          </a:lstStyle>
          <a:p>
            <a:pPr lvl="0"/>
            <a:r>
              <a:rPr lang="en-US"/>
              <a:t>Edit Master text styles</a:t>
            </a:r>
          </a:p>
        </p:txBody>
      </p:sp>
      <p:sp>
        <p:nvSpPr>
          <p:cNvPr id="4" name="Date Placeholder 3">
            <a:extLst>
              <a:ext uri="{FF2B5EF4-FFF2-40B4-BE49-F238E27FC236}">
                <a16:creationId xmlns:a16="http://schemas.microsoft.com/office/drawing/2014/main" id="{8813CE0A-2ADB-4FCE-91DE-52298D5D4F44}"/>
              </a:ext>
            </a:extLst>
          </p:cNvPr>
          <p:cNvSpPr txBox="1">
            <a:spLocks noGrp="1"/>
          </p:cNvSpPr>
          <p:nvPr>
            <p:ph type="dt" sz="half" idx="7"/>
          </p:nvPr>
        </p:nvSpPr>
        <p:spPr/>
        <p:txBody>
          <a:bodyPr/>
          <a:lstStyle>
            <a:lvl1pPr>
              <a:defRPr/>
            </a:lvl1pPr>
          </a:lstStyle>
          <a:p>
            <a:pPr lvl="0"/>
            <a:fld id="{D7DF25DE-AC12-486B-8E88-FB5540B12BA3}" type="datetime1">
              <a:rPr lang="en-GB"/>
              <a:pPr lvl="0"/>
              <a:t>31/12/2019</a:t>
            </a:fld>
            <a:endParaRPr lang="en-GB"/>
          </a:p>
        </p:txBody>
      </p:sp>
      <p:sp>
        <p:nvSpPr>
          <p:cNvPr id="5" name="Footer Placeholder 4">
            <a:extLst>
              <a:ext uri="{FF2B5EF4-FFF2-40B4-BE49-F238E27FC236}">
                <a16:creationId xmlns:a16="http://schemas.microsoft.com/office/drawing/2014/main" id="{A2FE5D10-47AE-4CA1-80D9-9758A8CDA2DE}"/>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6E447082-39EE-4D2A-8B02-A111117E12F3}"/>
              </a:ext>
            </a:extLst>
          </p:cNvPr>
          <p:cNvSpPr txBox="1">
            <a:spLocks noGrp="1"/>
          </p:cNvSpPr>
          <p:nvPr>
            <p:ph type="sldNum" sz="quarter" idx="8"/>
          </p:nvPr>
        </p:nvSpPr>
        <p:spPr/>
        <p:txBody>
          <a:bodyPr/>
          <a:lstStyle>
            <a:lvl1pPr>
              <a:defRPr/>
            </a:lvl1pPr>
          </a:lstStyle>
          <a:p>
            <a:pPr lvl="0"/>
            <a:fld id="{E54A786F-79B6-4DFA-A519-8423CF8D1349}" type="slidenum">
              <a:t>‹#›</a:t>
            </a:fld>
            <a:endParaRPr lang="en-GB"/>
          </a:p>
        </p:txBody>
      </p:sp>
    </p:spTree>
    <p:extLst>
      <p:ext uri="{BB962C8B-B14F-4D97-AF65-F5344CB8AC3E}">
        <p14:creationId xmlns:p14="http://schemas.microsoft.com/office/powerpoint/2010/main" val="42157751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0367A-CFB2-4F27-B71B-164F63BFA4BC}"/>
              </a:ext>
            </a:extLst>
          </p:cNvPr>
          <p:cNvSpPr txBox="1">
            <a:spLocks noGrp="1"/>
          </p:cNvSpPr>
          <p:nvPr>
            <p:ph type="title"/>
          </p:nvPr>
        </p:nvSpPr>
        <p:spPr>
          <a:xfrm>
            <a:off x="1446215" y="982129"/>
            <a:ext cx="9296393" cy="2243672"/>
          </a:xfrm>
        </p:spPr>
        <p:txBody>
          <a:bodyPr/>
          <a:lstStyle>
            <a:lvl1pPr>
              <a:defRPr sz="3200">
                <a:solidFill>
                  <a:srgbClr val="000000"/>
                </a:solidFill>
              </a:defRPr>
            </a:lvl1pPr>
          </a:lstStyle>
          <a:p>
            <a:pPr lvl="0"/>
            <a:r>
              <a:rPr lang="en-US"/>
              <a:t>Click to edit Master title style</a:t>
            </a:r>
          </a:p>
        </p:txBody>
      </p:sp>
      <p:sp>
        <p:nvSpPr>
          <p:cNvPr id="3" name="Text Placeholder 2">
            <a:extLst>
              <a:ext uri="{FF2B5EF4-FFF2-40B4-BE49-F238E27FC236}">
                <a16:creationId xmlns:a16="http://schemas.microsoft.com/office/drawing/2014/main" id="{4569BEF7-FC8D-42A2-A78B-D6F87A1216A6}"/>
              </a:ext>
            </a:extLst>
          </p:cNvPr>
          <p:cNvSpPr txBox="1">
            <a:spLocks noGrp="1"/>
          </p:cNvSpPr>
          <p:nvPr>
            <p:ph type="body" idx="4294967295"/>
          </p:nvPr>
        </p:nvSpPr>
        <p:spPr>
          <a:xfrm>
            <a:off x="1295403" y="3639312"/>
            <a:ext cx="9609667" cy="886968"/>
          </a:xfrm>
        </p:spPr>
        <p:txBody>
          <a:bodyPr anchor="b"/>
          <a:lstStyle>
            <a:lvl1pPr marL="0" indent="0">
              <a:spcBef>
                <a:spcPts val="0"/>
              </a:spcBef>
              <a:buNone/>
              <a:defRPr>
                <a:solidFill>
                  <a:srgbClr val="000000"/>
                </a:solidFill>
              </a:defRPr>
            </a:lvl1pPr>
          </a:lstStyle>
          <a:p>
            <a:pPr lvl="0"/>
            <a:r>
              <a:rPr lang="en-US"/>
              <a:t>Edit Master text styles</a:t>
            </a:r>
          </a:p>
        </p:txBody>
      </p:sp>
      <p:sp>
        <p:nvSpPr>
          <p:cNvPr id="4" name="Text Placeholder 2">
            <a:extLst>
              <a:ext uri="{FF2B5EF4-FFF2-40B4-BE49-F238E27FC236}">
                <a16:creationId xmlns:a16="http://schemas.microsoft.com/office/drawing/2014/main" id="{DF1E4AE1-C80B-4D56-AA50-3609AA35D897}"/>
              </a:ext>
            </a:extLst>
          </p:cNvPr>
          <p:cNvSpPr txBox="1">
            <a:spLocks noGrp="1"/>
          </p:cNvSpPr>
          <p:nvPr>
            <p:ph type="body" idx="4294967295"/>
          </p:nvPr>
        </p:nvSpPr>
        <p:spPr>
          <a:xfrm>
            <a:off x="1295403" y="4529663"/>
            <a:ext cx="9609667" cy="1346197"/>
          </a:xfrm>
        </p:spPr>
        <p:txBody>
          <a:bodyPr/>
          <a:lstStyle>
            <a:lvl1pPr marL="0" indent="0">
              <a:spcBef>
                <a:spcPts val="400"/>
              </a:spcBef>
              <a:buNone/>
              <a:defRPr sz="1800">
                <a:solidFill>
                  <a:srgbClr val="000000"/>
                </a:solidFill>
              </a:defRPr>
            </a:lvl1pPr>
          </a:lstStyle>
          <a:p>
            <a:pPr lvl="0"/>
            <a:r>
              <a:rPr lang="en-US"/>
              <a:t>Edit Master text styles</a:t>
            </a:r>
          </a:p>
        </p:txBody>
      </p:sp>
      <p:sp>
        <p:nvSpPr>
          <p:cNvPr id="5" name="Date Placeholder 3">
            <a:extLst>
              <a:ext uri="{FF2B5EF4-FFF2-40B4-BE49-F238E27FC236}">
                <a16:creationId xmlns:a16="http://schemas.microsoft.com/office/drawing/2014/main" id="{FA10B7D0-212C-4483-AE5C-329B7BBBE351}"/>
              </a:ext>
            </a:extLst>
          </p:cNvPr>
          <p:cNvSpPr txBox="1">
            <a:spLocks noGrp="1"/>
          </p:cNvSpPr>
          <p:nvPr>
            <p:ph type="dt" sz="half" idx="7"/>
          </p:nvPr>
        </p:nvSpPr>
        <p:spPr/>
        <p:txBody>
          <a:bodyPr/>
          <a:lstStyle>
            <a:lvl1pPr>
              <a:defRPr/>
            </a:lvl1pPr>
          </a:lstStyle>
          <a:p>
            <a:pPr lvl="0"/>
            <a:fld id="{C16C6049-2111-4A5A-A753-1D5CBED0EE36}" type="datetime1">
              <a:rPr lang="en-GB"/>
              <a:pPr lvl="0"/>
              <a:t>31/12/2019</a:t>
            </a:fld>
            <a:endParaRPr lang="en-GB"/>
          </a:p>
        </p:txBody>
      </p:sp>
      <p:sp>
        <p:nvSpPr>
          <p:cNvPr id="6" name="Footer Placeholder 4">
            <a:extLst>
              <a:ext uri="{FF2B5EF4-FFF2-40B4-BE49-F238E27FC236}">
                <a16:creationId xmlns:a16="http://schemas.microsoft.com/office/drawing/2014/main" id="{D02D4798-67FF-4B5C-99A5-113935427235}"/>
              </a:ext>
            </a:extLst>
          </p:cNvPr>
          <p:cNvSpPr txBox="1">
            <a:spLocks noGrp="1"/>
          </p:cNvSpPr>
          <p:nvPr>
            <p:ph type="ftr" sz="quarter" idx="9"/>
          </p:nvPr>
        </p:nvSpPr>
        <p:spPr/>
        <p:txBody>
          <a:bodyPr/>
          <a:lstStyle>
            <a:lvl1pPr>
              <a:defRPr/>
            </a:lvl1pPr>
          </a:lstStyle>
          <a:p>
            <a:pPr lvl="0"/>
            <a:endParaRPr lang="en-GB"/>
          </a:p>
        </p:txBody>
      </p:sp>
      <p:sp>
        <p:nvSpPr>
          <p:cNvPr id="7" name="Slide Number Placeholder 5">
            <a:extLst>
              <a:ext uri="{FF2B5EF4-FFF2-40B4-BE49-F238E27FC236}">
                <a16:creationId xmlns:a16="http://schemas.microsoft.com/office/drawing/2014/main" id="{355DAD57-D362-4D77-BAEA-D2F95F5711FE}"/>
              </a:ext>
            </a:extLst>
          </p:cNvPr>
          <p:cNvSpPr txBox="1">
            <a:spLocks noGrp="1"/>
          </p:cNvSpPr>
          <p:nvPr>
            <p:ph type="sldNum" sz="quarter" idx="8"/>
          </p:nvPr>
        </p:nvSpPr>
        <p:spPr/>
        <p:txBody>
          <a:bodyPr/>
          <a:lstStyle>
            <a:lvl1pPr>
              <a:defRPr/>
            </a:lvl1pPr>
          </a:lstStyle>
          <a:p>
            <a:pPr lvl="0"/>
            <a:fld id="{808FC6A1-BA4D-4DD5-BB04-FE073BA1B90F}" type="slidenum">
              <a:t>‹#›</a:t>
            </a:fld>
            <a:endParaRPr lang="en-GB"/>
          </a:p>
        </p:txBody>
      </p:sp>
      <p:sp>
        <p:nvSpPr>
          <p:cNvPr id="8" name="TextBox 11">
            <a:extLst>
              <a:ext uri="{FF2B5EF4-FFF2-40B4-BE49-F238E27FC236}">
                <a16:creationId xmlns:a16="http://schemas.microsoft.com/office/drawing/2014/main" id="{D1E5C00B-2C08-4D12-931E-5F259A1E8CCD}"/>
              </a:ext>
            </a:extLst>
          </p:cNvPr>
          <p:cNvSpPr txBox="1"/>
          <p:nvPr/>
        </p:nvSpPr>
        <p:spPr>
          <a:xfrm>
            <a:off x="862014" y="879963"/>
            <a:ext cx="609603" cy="584777"/>
          </a:xfrm>
          <a:prstGeom prst="rect">
            <a:avLst/>
          </a:prstGeom>
          <a:noFill/>
          <a:ln cap="flat">
            <a:noFill/>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0" b="0" i="0" u="none" strike="noStrike" kern="1200" cap="none" spc="0" baseline="0">
                <a:solidFill>
                  <a:srgbClr val="000000"/>
                </a:solidFill>
                <a:uFillTx/>
                <a:latin typeface="Garamond"/>
              </a:rPr>
              <a:t>“</a:t>
            </a:r>
          </a:p>
        </p:txBody>
      </p:sp>
      <p:sp>
        <p:nvSpPr>
          <p:cNvPr id="9" name="TextBox 12">
            <a:extLst>
              <a:ext uri="{FF2B5EF4-FFF2-40B4-BE49-F238E27FC236}">
                <a16:creationId xmlns:a16="http://schemas.microsoft.com/office/drawing/2014/main" id="{FA4F8EB8-0B13-433E-862B-494DC6AE2FC0}"/>
              </a:ext>
            </a:extLst>
          </p:cNvPr>
          <p:cNvSpPr txBox="1"/>
          <p:nvPr/>
        </p:nvSpPr>
        <p:spPr>
          <a:xfrm>
            <a:off x="10600264" y="2599264"/>
            <a:ext cx="609603" cy="584777"/>
          </a:xfrm>
          <a:prstGeom prst="rect">
            <a:avLst/>
          </a:prstGeom>
          <a:noFill/>
          <a:ln cap="flat">
            <a:noFill/>
          </a:ln>
        </p:spPr>
        <p:txBody>
          <a:bodyPr vert="horz" wrap="square" lIns="91440" tIns="45720" rIns="91440" bIns="45720" anchor="ctr"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0" b="0" i="0" u="none" strike="noStrike" kern="1200" cap="none" spc="0" baseline="0">
                <a:solidFill>
                  <a:srgbClr val="000000"/>
                </a:solidFill>
                <a:uFillTx/>
                <a:latin typeface="Garamond"/>
              </a:rPr>
              <a:t>”</a:t>
            </a:r>
          </a:p>
        </p:txBody>
      </p:sp>
      <p:cxnSp>
        <p:nvCxnSpPr>
          <p:cNvPr id="10" name="Straight Connector 25">
            <a:extLst>
              <a:ext uri="{FF2B5EF4-FFF2-40B4-BE49-F238E27FC236}">
                <a16:creationId xmlns:a16="http://schemas.microsoft.com/office/drawing/2014/main" id="{CB8E6F02-B8A8-433F-AE9A-D3DEF3597EE6}"/>
              </a:ext>
            </a:extLst>
          </p:cNvPr>
          <p:cNvCxnSpPr/>
          <p:nvPr/>
        </p:nvCxnSpPr>
        <p:spPr>
          <a:xfrm>
            <a:off x="1396169" y="3429000"/>
            <a:ext cx="9407302"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13094898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0665F-0756-4686-9DC3-0E01BE25B382}"/>
              </a:ext>
            </a:extLst>
          </p:cNvPr>
          <p:cNvSpPr txBox="1">
            <a:spLocks noGrp="1"/>
          </p:cNvSpPr>
          <p:nvPr>
            <p:ph type="title"/>
          </p:nvPr>
        </p:nvSpPr>
        <p:spPr>
          <a:xfrm>
            <a:off x="1295403" y="982129"/>
            <a:ext cx="9609667" cy="2243672"/>
          </a:xfrm>
        </p:spPr>
        <p:txBody>
          <a:bodyPr/>
          <a:lstStyle>
            <a:lvl1pPr>
              <a:defRPr/>
            </a:lvl1pPr>
          </a:lstStyle>
          <a:p>
            <a:pPr lvl="0"/>
            <a:r>
              <a:rPr lang="en-US"/>
              <a:t>Click to edit Master title style</a:t>
            </a:r>
          </a:p>
        </p:txBody>
      </p:sp>
      <p:sp>
        <p:nvSpPr>
          <p:cNvPr id="3" name="Text Placeholder 2">
            <a:extLst>
              <a:ext uri="{FF2B5EF4-FFF2-40B4-BE49-F238E27FC236}">
                <a16:creationId xmlns:a16="http://schemas.microsoft.com/office/drawing/2014/main" id="{8B3BB6E0-87D5-4910-A96F-A39BC8830749}"/>
              </a:ext>
            </a:extLst>
          </p:cNvPr>
          <p:cNvSpPr txBox="1">
            <a:spLocks noGrp="1"/>
          </p:cNvSpPr>
          <p:nvPr>
            <p:ph type="body" idx="4294967295"/>
          </p:nvPr>
        </p:nvSpPr>
        <p:spPr>
          <a:xfrm>
            <a:off x="1295403" y="3630168"/>
            <a:ext cx="9609667" cy="841248"/>
          </a:xfrm>
        </p:spPr>
        <p:txBody>
          <a:bodyPr anchor="b"/>
          <a:lstStyle>
            <a:lvl1pPr marL="0" indent="0">
              <a:spcBef>
                <a:spcPts val="0"/>
              </a:spcBef>
              <a:buNone/>
              <a:defRPr sz="2800">
                <a:solidFill>
                  <a:srgbClr val="000000"/>
                </a:solidFill>
              </a:defRPr>
            </a:lvl1pPr>
          </a:lstStyle>
          <a:p>
            <a:pPr lvl="0"/>
            <a:r>
              <a:rPr lang="en-US"/>
              <a:t>Edit Master text styles</a:t>
            </a:r>
          </a:p>
        </p:txBody>
      </p:sp>
      <p:sp>
        <p:nvSpPr>
          <p:cNvPr id="4" name="Text Placeholder 2">
            <a:extLst>
              <a:ext uri="{FF2B5EF4-FFF2-40B4-BE49-F238E27FC236}">
                <a16:creationId xmlns:a16="http://schemas.microsoft.com/office/drawing/2014/main" id="{7D285151-9159-46EA-B03C-B51748CA8B76}"/>
              </a:ext>
            </a:extLst>
          </p:cNvPr>
          <p:cNvSpPr txBox="1">
            <a:spLocks noGrp="1"/>
          </p:cNvSpPr>
          <p:nvPr>
            <p:ph type="body" idx="4294967295"/>
          </p:nvPr>
        </p:nvSpPr>
        <p:spPr>
          <a:xfrm>
            <a:off x="1295403" y="4470401"/>
            <a:ext cx="9609667" cy="1405469"/>
          </a:xfrm>
        </p:spPr>
        <p:txBody>
          <a:bodyPr/>
          <a:lstStyle>
            <a:lvl1pPr marL="0" indent="0">
              <a:spcBef>
                <a:spcPts val="400"/>
              </a:spcBef>
              <a:buNone/>
              <a:defRPr sz="1800">
                <a:solidFill>
                  <a:srgbClr val="000000"/>
                </a:solidFill>
              </a:defRPr>
            </a:lvl1pPr>
          </a:lstStyle>
          <a:p>
            <a:pPr lvl="0"/>
            <a:r>
              <a:rPr lang="en-US"/>
              <a:t>Edit Master text styles</a:t>
            </a:r>
          </a:p>
        </p:txBody>
      </p:sp>
      <p:sp>
        <p:nvSpPr>
          <p:cNvPr id="5" name="Date Placeholder 3">
            <a:extLst>
              <a:ext uri="{FF2B5EF4-FFF2-40B4-BE49-F238E27FC236}">
                <a16:creationId xmlns:a16="http://schemas.microsoft.com/office/drawing/2014/main" id="{552A45AB-3781-422E-9F79-38AF0F21663D}"/>
              </a:ext>
            </a:extLst>
          </p:cNvPr>
          <p:cNvSpPr txBox="1">
            <a:spLocks noGrp="1"/>
          </p:cNvSpPr>
          <p:nvPr>
            <p:ph type="dt" sz="half" idx="7"/>
          </p:nvPr>
        </p:nvSpPr>
        <p:spPr/>
        <p:txBody>
          <a:bodyPr/>
          <a:lstStyle>
            <a:lvl1pPr>
              <a:defRPr/>
            </a:lvl1pPr>
          </a:lstStyle>
          <a:p>
            <a:pPr lvl="0"/>
            <a:fld id="{E301C2D9-32AE-4A10-920B-78AAD2F2C94E}" type="datetime1">
              <a:rPr lang="en-GB"/>
              <a:pPr lvl="0"/>
              <a:t>31/12/2019</a:t>
            </a:fld>
            <a:endParaRPr lang="en-GB"/>
          </a:p>
        </p:txBody>
      </p:sp>
      <p:sp>
        <p:nvSpPr>
          <p:cNvPr id="6" name="Footer Placeholder 4">
            <a:extLst>
              <a:ext uri="{FF2B5EF4-FFF2-40B4-BE49-F238E27FC236}">
                <a16:creationId xmlns:a16="http://schemas.microsoft.com/office/drawing/2014/main" id="{7B89FA03-9D6C-4C47-BD0D-E8E4FC6C58BA}"/>
              </a:ext>
            </a:extLst>
          </p:cNvPr>
          <p:cNvSpPr txBox="1">
            <a:spLocks noGrp="1"/>
          </p:cNvSpPr>
          <p:nvPr>
            <p:ph type="ftr" sz="quarter" idx="9"/>
          </p:nvPr>
        </p:nvSpPr>
        <p:spPr/>
        <p:txBody>
          <a:bodyPr/>
          <a:lstStyle>
            <a:lvl1pPr>
              <a:defRPr/>
            </a:lvl1pPr>
          </a:lstStyle>
          <a:p>
            <a:pPr lvl="0"/>
            <a:endParaRPr lang="en-GB"/>
          </a:p>
        </p:txBody>
      </p:sp>
      <p:sp>
        <p:nvSpPr>
          <p:cNvPr id="7" name="Slide Number Placeholder 5">
            <a:extLst>
              <a:ext uri="{FF2B5EF4-FFF2-40B4-BE49-F238E27FC236}">
                <a16:creationId xmlns:a16="http://schemas.microsoft.com/office/drawing/2014/main" id="{FDDB5B8C-03FA-4A03-9012-EC35F8947B15}"/>
              </a:ext>
            </a:extLst>
          </p:cNvPr>
          <p:cNvSpPr txBox="1">
            <a:spLocks noGrp="1"/>
          </p:cNvSpPr>
          <p:nvPr>
            <p:ph type="sldNum" sz="quarter" idx="8"/>
          </p:nvPr>
        </p:nvSpPr>
        <p:spPr/>
        <p:txBody>
          <a:bodyPr/>
          <a:lstStyle>
            <a:lvl1pPr>
              <a:defRPr/>
            </a:lvl1pPr>
          </a:lstStyle>
          <a:p>
            <a:pPr lvl="0"/>
            <a:fld id="{2C6DD0FF-80F5-42EE-A70A-E62FAF42161C}" type="slidenum">
              <a:t>‹#›</a:t>
            </a:fld>
            <a:endParaRPr lang="en-GB"/>
          </a:p>
        </p:txBody>
      </p:sp>
      <p:cxnSp>
        <p:nvCxnSpPr>
          <p:cNvPr id="8" name="Straight Connector 14">
            <a:extLst>
              <a:ext uri="{FF2B5EF4-FFF2-40B4-BE49-F238E27FC236}">
                <a16:creationId xmlns:a16="http://schemas.microsoft.com/office/drawing/2014/main" id="{EF1AD085-3623-4C31-8027-2CFE6354971C}"/>
              </a:ext>
            </a:extLst>
          </p:cNvPr>
          <p:cNvCxnSpPr/>
          <p:nvPr/>
        </p:nvCxnSpPr>
        <p:spPr>
          <a:xfrm>
            <a:off x="1396169" y="3429000"/>
            <a:ext cx="9407302"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185397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5AD55-A5F9-4E2A-96E7-960F38E1AED5}"/>
              </a:ext>
            </a:extLst>
          </p:cNvPr>
          <p:cNvSpPr txBox="1">
            <a:spLocks noGrp="1"/>
          </p:cNvSpPr>
          <p:nvPr>
            <p:ph type="title"/>
          </p:nvPr>
        </p:nvSpPr>
        <p:spPr/>
        <p:txBody>
          <a:bodyPr/>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6777C75B-3C3D-4CFB-AB7E-67C345472C30}"/>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B4D361-685D-452D-AA07-68E52277F177}"/>
              </a:ext>
            </a:extLst>
          </p:cNvPr>
          <p:cNvSpPr txBox="1">
            <a:spLocks noGrp="1"/>
          </p:cNvSpPr>
          <p:nvPr>
            <p:ph type="dt" sz="half" idx="7"/>
          </p:nvPr>
        </p:nvSpPr>
        <p:spPr/>
        <p:txBody>
          <a:bodyPr/>
          <a:lstStyle>
            <a:lvl1pPr>
              <a:defRPr/>
            </a:lvl1pPr>
          </a:lstStyle>
          <a:p>
            <a:pPr lvl="0"/>
            <a:fld id="{4F861170-85A6-4564-BA84-099DEBB13DDD}" type="datetime1">
              <a:rPr lang="en-GB"/>
              <a:pPr lvl="0"/>
              <a:t>31/12/2019</a:t>
            </a:fld>
            <a:endParaRPr lang="en-GB"/>
          </a:p>
        </p:txBody>
      </p:sp>
      <p:sp>
        <p:nvSpPr>
          <p:cNvPr id="5" name="Footer Placeholder 4">
            <a:extLst>
              <a:ext uri="{FF2B5EF4-FFF2-40B4-BE49-F238E27FC236}">
                <a16:creationId xmlns:a16="http://schemas.microsoft.com/office/drawing/2014/main" id="{58419967-1E41-4BA4-9E92-2D7EAAF12A17}"/>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56D810E5-08CC-4656-B671-B202620ED7A4}"/>
              </a:ext>
            </a:extLst>
          </p:cNvPr>
          <p:cNvSpPr txBox="1">
            <a:spLocks noGrp="1"/>
          </p:cNvSpPr>
          <p:nvPr>
            <p:ph type="sldNum" sz="quarter" idx="8"/>
          </p:nvPr>
        </p:nvSpPr>
        <p:spPr/>
        <p:txBody>
          <a:bodyPr/>
          <a:lstStyle>
            <a:lvl1pPr>
              <a:defRPr/>
            </a:lvl1pPr>
          </a:lstStyle>
          <a:p>
            <a:pPr lvl="0"/>
            <a:fld id="{8862DA19-E859-4408-8CE2-3B4046E25C27}" type="slidenum">
              <a:t>‹#›</a:t>
            </a:fld>
            <a:endParaRPr lang="en-GB"/>
          </a:p>
        </p:txBody>
      </p:sp>
      <p:cxnSp>
        <p:nvCxnSpPr>
          <p:cNvPr id="7" name="Straight Connector 13">
            <a:extLst>
              <a:ext uri="{FF2B5EF4-FFF2-40B4-BE49-F238E27FC236}">
                <a16:creationId xmlns:a16="http://schemas.microsoft.com/office/drawing/2014/main" id="{E35A5716-5511-4397-89A2-72ADFF44543F}"/>
              </a:ext>
            </a:extLst>
          </p:cNvPr>
          <p:cNvCxnSpPr/>
          <p:nvPr/>
        </p:nvCxnSpPr>
        <p:spPr>
          <a:xfrm>
            <a:off x="1396169" y="2421468"/>
            <a:ext cx="9407302"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1446911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CCF5C2-AF1F-4EDF-9B0C-EB607446E8A6}"/>
              </a:ext>
            </a:extLst>
          </p:cNvPr>
          <p:cNvSpPr txBox="1">
            <a:spLocks noGrp="1"/>
          </p:cNvSpPr>
          <p:nvPr>
            <p:ph type="title" orient="vert"/>
          </p:nvPr>
        </p:nvSpPr>
        <p:spPr>
          <a:xfrm>
            <a:off x="8999360" y="982129"/>
            <a:ext cx="1890896" cy="4893731"/>
          </a:xfrm>
        </p:spPr>
        <p:txBody>
          <a:bodyPr vert="eaVert"/>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BAD8834A-4B8B-4D0B-9C9A-E1878F1C6886}"/>
              </a:ext>
            </a:extLst>
          </p:cNvPr>
          <p:cNvSpPr txBox="1">
            <a:spLocks noGrp="1"/>
          </p:cNvSpPr>
          <p:nvPr>
            <p:ph type="body" orient="vert" idx="1"/>
          </p:nvPr>
        </p:nvSpPr>
        <p:spPr>
          <a:xfrm>
            <a:off x="1295393" y="982129"/>
            <a:ext cx="7433020" cy="4893731"/>
          </a:xfrm>
        </p:spPr>
        <p:txBody>
          <a:bodyPr vert="eaVert"/>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A7A41-5C76-47A8-BBA2-57682B612089}"/>
              </a:ext>
            </a:extLst>
          </p:cNvPr>
          <p:cNvSpPr txBox="1">
            <a:spLocks noGrp="1"/>
          </p:cNvSpPr>
          <p:nvPr>
            <p:ph type="dt" sz="half" idx="7"/>
          </p:nvPr>
        </p:nvSpPr>
        <p:spPr/>
        <p:txBody>
          <a:bodyPr/>
          <a:lstStyle>
            <a:lvl1pPr>
              <a:defRPr/>
            </a:lvl1pPr>
          </a:lstStyle>
          <a:p>
            <a:pPr lvl="0"/>
            <a:fld id="{918878FB-A81E-45E0-805D-D4DA6EE58442}" type="datetime1">
              <a:rPr lang="en-GB"/>
              <a:pPr lvl="0"/>
              <a:t>31/12/2019</a:t>
            </a:fld>
            <a:endParaRPr lang="en-GB"/>
          </a:p>
        </p:txBody>
      </p:sp>
      <p:sp>
        <p:nvSpPr>
          <p:cNvPr id="5" name="Footer Placeholder 4">
            <a:extLst>
              <a:ext uri="{FF2B5EF4-FFF2-40B4-BE49-F238E27FC236}">
                <a16:creationId xmlns:a16="http://schemas.microsoft.com/office/drawing/2014/main" id="{E4F83AE2-5A72-4BD7-8D52-4A854150C133}"/>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B5296934-20D5-4C73-BA23-221FA0825EFF}"/>
              </a:ext>
            </a:extLst>
          </p:cNvPr>
          <p:cNvSpPr txBox="1">
            <a:spLocks noGrp="1"/>
          </p:cNvSpPr>
          <p:nvPr>
            <p:ph type="sldNum" sz="quarter" idx="8"/>
          </p:nvPr>
        </p:nvSpPr>
        <p:spPr/>
        <p:txBody>
          <a:bodyPr/>
          <a:lstStyle>
            <a:lvl1pPr>
              <a:defRPr/>
            </a:lvl1pPr>
          </a:lstStyle>
          <a:p>
            <a:pPr lvl="0"/>
            <a:fld id="{C14B53D1-1937-4A3D-8B82-704640F2CA9E}" type="slidenum">
              <a:t>‹#›</a:t>
            </a:fld>
            <a:endParaRPr lang="en-GB"/>
          </a:p>
        </p:txBody>
      </p:sp>
      <p:cxnSp>
        <p:nvCxnSpPr>
          <p:cNvPr id="7" name="Straight Connector 13">
            <a:extLst>
              <a:ext uri="{FF2B5EF4-FFF2-40B4-BE49-F238E27FC236}">
                <a16:creationId xmlns:a16="http://schemas.microsoft.com/office/drawing/2014/main" id="{1F51A0E0-F9E0-434C-B3CE-583CB9E387D0}"/>
              </a:ext>
            </a:extLst>
          </p:cNvPr>
          <p:cNvCxnSpPr/>
          <p:nvPr/>
        </p:nvCxnSpPr>
        <p:spPr>
          <a:xfrm>
            <a:off x="8863891" y="990596"/>
            <a:ext cx="0" cy="4876807"/>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933933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stretch>
            <a:fillRect/>
          </a:stretch>
        </a:blipFill>
        <a:effectLst/>
      </p:bgPr>
    </p:bg>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47725AB3-7CCD-46C5-9575-46C7F098F471}"/>
              </a:ext>
            </a:extLst>
          </p:cNvPr>
          <p:cNvGrpSpPr/>
          <p:nvPr/>
        </p:nvGrpSpPr>
        <p:grpSpPr>
          <a:xfrm>
            <a:off x="-15736" y="0"/>
            <a:ext cx="12229962" cy="6856216"/>
            <a:chOff x="-15736" y="0"/>
            <a:chExt cx="12229962" cy="6856216"/>
          </a:xfrm>
        </p:grpSpPr>
        <p:pic>
          <p:nvPicPr>
            <p:cNvPr id="3" name="Picture 7" descr="HD-PanelContent.png">
              <a:extLst>
                <a:ext uri="{FF2B5EF4-FFF2-40B4-BE49-F238E27FC236}">
                  <a16:creationId xmlns:a16="http://schemas.microsoft.com/office/drawing/2014/main" id="{61B13E62-BEA0-4BC0-8034-5DDFE43D8DF4}"/>
                </a:ext>
              </a:extLst>
            </p:cNvPr>
            <p:cNvPicPr>
              <a:picLocks noChangeAspect="1"/>
            </p:cNvPicPr>
            <p:nvPr/>
          </p:nvPicPr>
          <p:blipFill>
            <a:blip r:embed="rId20"/>
            <a:stretch>
              <a:fillRect/>
            </a:stretch>
          </p:blipFill>
          <p:spPr>
            <a:xfrm>
              <a:off x="0" y="0"/>
              <a:ext cx="12188823" cy="6856216"/>
            </a:xfrm>
            <a:prstGeom prst="rect">
              <a:avLst/>
            </a:prstGeom>
            <a:noFill/>
            <a:ln cap="flat">
              <a:noFill/>
            </a:ln>
          </p:spPr>
        </p:pic>
        <p:sp>
          <p:nvSpPr>
            <p:cNvPr id="4" name="Rectangle 8">
              <a:extLst>
                <a:ext uri="{FF2B5EF4-FFF2-40B4-BE49-F238E27FC236}">
                  <a16:creationId xmlns:a16="http://schemas.microsoft.com/office/drawing/2014/main" id="{38D415CC-323C-4459-A322-76610EB080BC}"/>
                </a:ext>
              </a:extLst>
            </p:cNvPr>
            <p:cNvSpPr/>
            <p:nvPr/>
          </p:nvSpPr>
          <p:spPr>
            <a:xfrm>
              <a:off x="608011" y="609603"/>
              <a:ext cx="10972800" cy="5638803"/>
            </a:xfrm>
            <a:prstGeom prst="rect">
              <a:avLst/>
            </a:prstGeom>
            <a:noFill/>
            <a:ln w="15873" cap="flat">
              <a:solidFill>
                <a:srgbClr val="83992A"/>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Calibri"/>
              </a:endParaRPr>
            </a:p>
          </p:txBody>
        </p:sp>
        <p:pic>
          <p:nvPicPr>
            <p:cNvPr id="5" name="Picture 9" descr="HDRibbonContent-UniformTrim.png">
              <a:extLst>
                <a:ext uri="{FF2B5EF4-FFF2-40B4-BE49-F238E27FC236}">
                  <a16:creationId xmlns:a16="http://schemas.microsoft.com/office/drawing/2014/main" id="{F81603AD-6711-4A6C-B2F4-AE9BF9A482D5}"/>
                </a:ext>
              </a:extLst>
            </p:cNvPr>
            <p:cNvPicPr>
              <a:picLocks noChangeAspect="1"/>
            </p:cNvPicPr>
            <p:nvPr/>
          </p:nvPicPr>
          <p:blipFill>
            <a:blip r:embed="rId21"/>
            <a:srcRect/>
            <a:stretch>
              <a:fillRect/>
            </a:stretch>
          </p:blipFill>
          <p:spPr>
            <a:xfrm>
              <a:off x="-15736" y="3153829"/>
              <a:ext cx="777240" cy="606420"/>
            </a:xfrm>
            <a:prstGeom prst="rect">
              <a:avLst/>
            </a:prstGeom>
            <a:noFill/>
            <a:ln cap="flat">
              <a:noFill/>
            </a:ln>
          </p:spPr>
        </p:pic>
        <p:pic>
          <p:nvPicPr>
            <p:cNvPr id="6" name="Picture 10" descr="HDRibbonContent-UniformTrim.png">
              <a:extLst>
                <a:ext uri="{FF2B5EF4-FFF2-40B4-BE49-F238E27FC236}">
                  <a16:creationId xmlns:a16="http://schemas.microsoft.com/office/drawing/2014/main" id="{08CD854B-EA1D-4591-A5BB-772D9227CEEA}"/>
                </a:ext>
              </a:extLst>
            </p:cNvPr>
            <p:cNvPicPr>
              <a:picLocks noChangeAspect="1"/>
            </p:cNvPicPr>
            <p:nvPr/>
          </p:nvPicPr>
          <p:blipFill>
            <a:blip r:embed="rId21"/>
            <a:srcRect/>
            <a:stretch>
              <a:fillRect/>
            </a:stretch>
          </p:blipFill>
          <p:spPr>
            <a:xfrm>
              <a:off x="11436986" y="3153829"/>
              <a:ext cx="777240" cy="606420"/>
            </a:xfrm>
            <a:prstGeom prst="rect">
              <a:avLst/>
            </a:prstGeom>
            <a:noFill/>
            <a:ln cap="flat">
              <a:noFill/>
            </a:ln>
          </p:spPr>
        </p:pic>
      </p:grpSp>
      <p:sp>
        <p:nvSpPr>
          <p:cNvPr id="7" name="Title Placeholder 1">
            <a:extLst>
              <a:ext uri="{FF2B5EF4-FFF2-40B4-BE49-F238E27FC236}">
                <a16:creationId xmlns:a16="http://schemas.microsoft.com/office/drawing/2014/main" id="{F552C996-ED59-4448-9DF7-F3FCF7B7817F}"/>
              </a:ext>
            </a:extLst>
          </p:cNvPr>
          <p:cNvSpPr txBox="1">
            <a:spLocks noGrp="1"/>
          </p:cNvSpPr>
          <p:nvPr>
            <p:ph type="title"/>
          </p:nvPr>
        </p:nvSpPr>
        <p:spPr>
          <a:xfrm>
            <a:off x="1295403" y="982129"/>
            <a:ext cx="9601200" cy="1303870"/>
          </a:xfrm>
          <a:prstGeom prst="rect">
            <a:avLst/>
          </a:prstGeom>
          <a:noFill/>
          <a:ln>
            <a:noFill/>
          </a:ln>
        </p:spPr>
        <p:txBody>
          <a:bodyPr vert="horz" wrap="square" lIns="91440" tIns="45720" rIns="91440" bIns="45720" anchor="ctr" anchorCtr="1" compatLnSpc="1">
            <a:normAutofit/>
          </a:bodyPr>
          <a:lstStyle/>
          <a:p>
            <a:pPr lvl="0"/>
            <a:r>
              <a:rPr lang="en-US"/>
              <a:t>Click to edit Master title style</a:t>
            </a:r>
          </a:p>
        </p:txBody>
      </p:sp>
      <p:sp>
        <p:nvSpPr>
          <p:cNvPr id="8" name="Text Placeholder 2">
            <a:extLst>
              <a:ext uri="{FF2B5EF4-FFF2-40B4-BE49-F238E27FC236}">
                <a16:creationId xmlns:a16="http://schemas.microsoft.com/office/drawing/2014/main" id="{06ED6C09-75CB-4C15-8A57-3337F56956B7}"/>
              </a:ext>
            </a:extLst>
          </p:cNvPr>
          <p:cNvSpPr txBox="1">
            <a:spLocks noGrp="1"/>
          </p:cNvSpPr>
          <p:nvPr>
            <p:ph type="body" idx="1"/>
          </p:nvPr>
        </p:nvSpPr>
        <p:spPr>
          <a:xfrm>
            <a:off x="1295403" y="2556927"/>
            <a:ext cx="9601200" cy="3318933"/>
          </a:xfrm>
          <a:prstGeom prst="rect">
            <a:avLst/>
          </a:prstGeom>
          <a:noFill/>
          <a:ln>
            <a:noFill/>
          </a:ln>
        </p:spPr>
        <p:txBody>
          <a:bodyPr vert="horz" wrap="square" lIns="91440" tIns="45720" rIns="91440" bIns="45720" anchor="t" anchorCtr="0" compatLnSpc="1">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C22D17AA-F563-454A-B9C0-80CAB16BA124}"/>
              </a:ext>
            </a:extLst>
          </p:cNvPr>
          <p:cNvSpPr txBox="1">
            <a:spLocks noGrp="1"/>
          </p:cNvSpPr>
          <p:nvPr>
            <p:ph type="dt" sz="half" idx="2"/>
          </p:nvPr>
        </p:nvSpPr>
        <p:spPr>
          <a:xfrm>
            <a:off x="8677500" y="5969002"/>
            <a:ext cx="1600200" cy="279404"/>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tabLst/>
              <a:defRPr lang="en-GB" sz="1000" b="0" i="0" u="none" strike="noStrike" kern="1200" cap="none" spc="0" baseline="0">
                <a:solidFill>
                  <a:srgbClr val="000000"/>
                </a:solidFill>
                <a:uFillTx/>
                <a:latin typeface="Garamond"/>
              </a:defRPr>
            </a:lvl1pPr>
          </a:lstStyle>
          <a:p>
            <a:pPr lvl="0"/>
            <a:fld id="{615217E9-1FB3-4515-A7AB-BCC436338E61}" type="datetime1">
              <a:rPr lang="en-GB"/>
              <a:pPr lvl="0"/>
              <a:t>31/12/2019</a:t>
            </a:fld>
            <a:endParaRPr lang="en-GB"/>
          </a:p>
        </p:txBody>
      </p:sp>
      <p:sp>
        <p:nvSpPr>
          <p:cNvPr id="10" name="Footer Placeholder 4">
            <a:extLst>
              <a:ext uri="{FF2B5EF4-FFF2-40B4-BE49-F238E27FC236}">
                <a16:creationId xmlns:a16="http://schemas.microsoft.com/office/drawing/2014/main" id="{9AEFA555-78E9-461A-A628-72720C1F2ED3}"/>
              </a:ext>
            </a:extLst>
          </p:cNvPr>
          <p:cNvSpPr txBox="1">
            <a:spLocks noGrp="1"/>
          </p:cNvSpPr>
          <p:nvPr>
            <p:ph type="ftr" sz="quarter" idx="3"/>
          </p:nvPr>
        </p:nvSpPr>
        <p:spPr>
          <a:xfrm>
            <a:off x="1295403" y="5969002"/>
            <a:ext cx="7305900" cy="279404"/>
          </a:xfrm>
          <a:prstGeom prst="rect">
            <a:avLst/>
          </a:prstGeom>
          <a:noFill/>
          <a:ln>
            <a:noFill/>
          </a:ln>
        </p:spPr>
        <p:txBody>
          <a:bodyPr vert="horz" wrap="square" lIns="91440" tIns="45720" rIns="91440" bIns="45720" anchor="ctr" anchorCtr="0" compatLnSpc="1">
            <a:noAutofit/>
          </a:bodyPr>
          <a:lstStyle>
            <a:lvl1pPr marL="0" marR="0" lvl="0" indent="0" algn="l" defTabSz="457200" rtl="0" fontAlgn="auto" hangingPunct="1">
              <a:lnSpc>
                <a:spcPct val="100000"/>
              </a:lnSpc>
              <a:spcBef>
                <a:spcPts val="0"/>
              </a:spcBef>
              <a:spcAft>
                <a:spcPts val="0"/>
              </a:spcAft>
              <a:buNone/>
              <a:tabLst/>
              <a:defRPr lang="en-GB" sz="1000" b="0" i="0" u="none" strike="noStrike" kern="1200" cap="none" spc="0" baseline="0">
                <a:solidFill>
                  <a:srgbClr val="000000"/>
                </a:solidFill>
                <a:uFillTx/>
                <a:latin typeface="Garamond"/>
              </a:defRPr>
            </a:lvl1pPr>
          </a:lstStyle>
          <a:p>
            <a:pPr lvl="0"/>
            <a:endParaRPr lang="en-GB"/>
          </a:p>
        </p:txBody>
      </p:sp>
      <p:sp>
        <p:nvSpPr>
          <p:cNvPr id="11" name="Slide Number Placeholder 5">
            <a:extLst>
              <a:ext uri="{FF2B5EF4-FFF2-40B4-BE49-F238E27FC236}">
                <a16:creationId xmlns:a16="http://schemas.microsoft.com/office/drawing/2014/main" id="{9405F162-22A4-475C-8C36-40A70AE57605}"/>
              </a:ext>
            </a:extLst>
          </p:cNvPr>
          <p:cNvSpPr txBox="1">
            <a:spLocks noGrp="1"/>
          </p:cNvSpPr>
          <p:nvPr>
            <p:ph type="sldNum" sz="quarter" idx="4"/>
          </p:nvPr>
        </p:nvSpPr>
        <p:spPr>
          <a:xfrm>
            <a:off x="10353897" y="5969002"/>
            <a:ext cx="542696" cy="279404"/>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tabLst/>
              <a:defRPr lang="en-GB" sz="1000" b="0" i="0" u="none" strike="noStrike" kern="1200" cap="none" spc="0" baseline="0">
                <a:solidFill>
                  <a:srgbClr val="000000"/>
                </a:solidFill>
                <a:uFillTx/>
                <a:latin typeface="Garamond"/>
              </a:defRPr>
            </a:lvl1pPr>
          </a:lstStyle>
          <a:p>
            <a:pPr lvl="0"/>
            <a:fld id="{A19E304A-4B1A-4773-847F-89C082AEEDC4}" type="slidenum">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marL="0" marR="0" lvl="0" indent="0" algn="ctr" defTabSz="457200" rtl="0" fontAlgn="auto" hangingPunct="1">
        <a:lnSpc>
          <a:spcPct val="100000"/>
        </a:lnSpc>
        <a:spcBef>
          <a:spcPts val="0"/>
        </a:spcBef>
        <a:spcAft>
          <a:spcPts val="0"/>
        </a:spcAft>
        <a:buNone/>
        <a:tabLst/>
        <a:defRPr lang="en-US" sz="4400" b="0" i="0" u="none" strike="noStrike" kern="1200" cap="none" spc="0" baseline="0">
          <a:solidFill>
            <a:srgbClr val="262626"/>
          </a:solidFill>
          <a:uFillTx/>
          <a:latin typeface="Garamond"/>
        </a:defRPr>
      </a:lvl1pPr>
    </p:titleStyle>
    <p:bodyStyle>
      <a:lvl1pPr marL="285750" marR="0" lvl="0" indent="-285750" algn="l" defTabSz="457200" rtl="0" fontAlgn="auto" hangingPunct="1">
        <a:lnSpc>
          <a:spcPct val="100000"/>
        </a:lnSpc>
        <a:spcBef>
          <a:spcPts val="600"/>
        </a:spcBef>
        <a:spcAft>
          <a:spcPts val="600"/>
        </a:spcAft>
        <a:buClr>
          <a:srgbClr val="83992A"/>
        </a:buClr>
        <a:buSzPct val="115000"/>
        <a:buFont typeface="Arial"/>
        <a:buChar char="•"/>
        <a:tabLst/>
        <a:defRPr lang="en-US" sz="2400" b="0" i="0" u="none" strike="noStrike" kern="1200" cap="none" spc="0" baseline="0">
          <a:solidFill>
            <a:srgbClr val="262626"/>
          </a:solidFill>
          <a:uFillTx/>
          <a:latin typeface="Garamond"/>
        </a:defRPr>
      </a:lvl1pPr>
      <a:lvl2pPr marL="742950" marR="0" lvl="1" indent="-285750" algn="l" defTabSz="457200" rtl="0" fontAlgn="auto" hangingPunct="1">
        <a:lnSpc>
          <a:spcPct val="100000"/>
        </a:lnSpc>
        <a:spcBef>
          <a:spcPts val="500"/>
        </a:spcBef>
        <a:spcAft>
          <a:spcPts val="600"/>
        </a:spcAft>
        <a:buClr>
          <a:srgbClr val="83992A"/>
        </a:buClr>
        <a:buSzPct val="115000"/>
        <a:buFont typeface="Arial"/>
        <a:buChar char="•"/>
        <a:tabLst/>
        <a:defRPr lang="en-US" sz="2000" b="0" i="0" u="none" strike="noStrike" kern="1200" cap="none" spc="0" baseline="0">
          <a:solidFill>
            <a:srgbClr val="262626"/>
          </a:solidFill>
          <a:uFillTx/>
          <a:latin typeface="Garamond"/>
        </a:defRPr>
      </a:lvl2pPr>
      <a:lvl3pPr marL="1200150" marR="0" lvl="2" indent="-285750" algn="l" defTabSz="457200" rtl="0" fontAlgn="auto" hangingPunct="1">
        <a:lnSpc>
          <a:spcPct val="100000"/>
        </a:lnSpc>
        <a:spcBef>
          <a:spcPts val="400"/>
        </a:spcBef>
        <a:spcAft>
          <a:spcPts val="600"/>
        </a:spcAft>
        <a:buClr>
          <a:srgbClr val="83992A"/>
        </a:buClr>
        <a:buSzPct val="115000"/>
        <a:buFont typeface="Arial"/>
        <a:buChar char="•"/>
        <a:tabLst/>
        <a:defRPr lang="en-US" sz="1800" b="0" i="0" u="none" strike="noStrike" kern="1200" cap="none" spc="0" baseline="0">
          <a:solidFill>
            <a:srgbClr val="262626"/>
          </a:solidFill>
          <a:uFillTx/>
          <a:latin typeface="Garamond"/>
        </a:defRPr>
      </a:lvl3pPr>
      <a:lvl4pPr marL="1543050" marR="0" lvl="3" indent="-171450" algn="l" defTabSz="457200" rtl="0" fontAlgn="auto" hangingPunct="1">
        <a:lnSpc>
          <a:spcPct val="100000"/>
        </a:lnSpc>
        <a:spcBef>
          <a:spcPts val="400"/>
        </a:spcBef>
        <a:spcAft>
          <a:spcPts val="600"/>
        </a:spcAft>
        <a:buClr>
          <a:srgbClr val="83992A"/>
        </a:buClr>
        <a:buSzPct val="115000"/>
        <a:buFont typeface="Arial"/>
        <a:buChar char="•"/>
        <a:tabLst/>
        <a:defRPr lang="en-US" sz="1600" b="0" i="0" u="none" strike="noStrike" kern="1200" cap="none" spc="0" baseline="0">
          <a:solidFill>
            <a:srgbClr val="262626"/>
          </a:solidFill>
          <a:uFillTx/>
          <a:latin typeface="Garamond"/>
        </a:defRPr>
      </a:lvl4pPr>
      <a:lvl5pPr marL="2000250" marR="0" lvl="4" indent="-171450" algn="l" defTabSz="457200" rtl="0" fontAlgn="auto" hangingPunct="1">
        <a:lnSpc>
          <a:spcPct val="100000"/>
        </a:lnSpc>
        <a:spcBef>
          <a:spcPts val="300"/>
        </a:spcBef>
        <a:spcAft>
          <a:spcPts val="600"/>
        </a:spcAft>
        <a:buClr>
          <a:srgbClr val="83992A"/>
        </a:buClr>
        <a:buSzPct val="115000"/>
        <a:buFont typeface="Arial"/>
        <a:buChar char="•"/>
        <a:tabLst/>
        <a:defRPr lang="en-US" sz="1400" b="0" i="0" u="none" strike="noStrike" kern="1200" cap="none" spc="0" baseline="0">
          <a:solidFill>
            <a:srgbClr val="262626"/>
          </a:solidFill>
          <a:uFillTx/>
          <a:latin typeface="Garamond"/>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ACB21-C355-4709-8222-209A5055730F}"/>
              </a:ext>
            </a:extLst>
          </p:cNvPr>
          <p:cNvSpPr txBox="1">
            <a:spLocks noGrp="1"/>
          </p:cNvSpPr>
          <p:nvPr>
            <p:ph type="ctrTitle"/>
          </p:nvPr>
        </p:nvSpPr>
        <p:spPr/>
        <p:txBody>
          <a:bodyPr/>
          <a:lstStyle/>
          <a:p>
            <a:pPr lvl="0"/>
            <a:r>
              <a:rPr lang="en-GB" sz="4400"/>
              <a:t>Economics Lecture Series for Hospitality Management &amp; Culinary Arts Students</a:t>
            </a:r>
          </a:p>
        </p:txBody>
      </p:sp>
      <p:sp>
        <p:nvSpPr>
          <p:cNvPr id="3" name="Subtitle 2">
            <a:extLst>
              <a:ext uri="{FF2B5EF4-FFF2-40B4-BE49-F238E27FC236}">
                <a16:creationId xmlns:a16="http://schemas.microsoft.com/office/drawing/2014/main" id="{7BF7629B-C9BC-4A11-B0A7-0A4A5BF3B63A}"/>
              </a:ext>
            </a:extLst>
          </p:cNvPr>
          <p:cNvSpPr txBox="1">
            <a:spLocks noGrp="1"/>
          </p:cNvSpPr>
          <p:nvPr>
            <p:ph type="subTitle" idx="1"/>
          </p:nvPr>
        </p:nvSpPr>
        <p:spPr/>
        <p:txBody>
          <a:bodyPr/>
          <a:lstStyle/>
          <a:p>
            <a:pPr lvl="0"/>
            <a:r>
              <a:rPr lang="en-GB"/>
              <a:t>Theory of Consumer Behaviour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2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AE2F8-B816-444A-9F13-0AC59D903DCD}"/>
              </a:ext>
            </a:extLst>
          </p:cNvPr>
          <p:cNvSpPr txBox="1">
            <a:spLocks noGrp="1"/>
          </p:cNvSpPr>
          <p:nvPr>
            <p:ph type="title"/>
          </p:nvPr>
        </p:nvSpPr>
        <p:spPr/>
        <p:txBody>
          <a:bodyPr/>
          <a:lstStyle/>
          <a:p>
            <a:pPr lvl="0"/>
            <a:r>
              <a:rPr lang="en-GB"/>
              <a:t>Lesson Coverage</a:t>
            </a:r>
          </a:p>
        </p:txBody>
      </p:sp>
      <p:sp>
        <p:nvSpPr>
          <p:cNvPr id="3" name="Content Placeholder 2">
            <a:extLst>
              <a:ext uri="{FF2B5EF4-FFF2-40B4-BE49-F238E27FC236}">
                <a16:creationId xmlns:a16="http://schemas.microsoft.com/office/drawing/2014/main" id="{4513E1D0-ACD2-4AFD-BFD9-03F1E884243B}"/>
              </a:ext>
            </a:extLst>
          </p:cNvPr>
          <p:cNvSpPr txBox="1">
            <a:spLocks noGrp="1"/>
          </p:cNvSpPr>
          <p:nvPr>
            <p:ph idx="1"/>
          </p:nvPr>
        </p:nvSpPr>
        <p:spPr/>
        <p:txBody>
          <a:bodyPr/>
          <a:lstStyle/>
          <a:p>
            <a:pPr lvl="0">
              <a:lnSpc>
                <a:spcPct val="60000"/>
              </a:lnSpc>
            </a:pPr>
            <a:r>
              <a:rPr lang="en-GB" sz="1900"/>
              <a:t>Utility concept – total and marginal</a:t>
            </a:r>
          </a:p>
          <a:p>
            <a:pPr lvl="0">
              <a:lnSpc>
                <a:spcPct val="60000"/>
              </a:lnSpc>
            </a:pPr>
            <a:r>
              <a:rPr lang="en-GB" sz="1900"/>
              <a:t>Diminishing marginal utility</a:t>
            </a:r>
          </a:p>
          <a:p>
            <a:pPr lvl="0">
              <a:lnSpc>
                <a:spcPct val="60000"/>
              </a:lnSpc>
            </a:pPr>
            <a:r>
              <a:rPr lang="en-GB" sz="1900"/>
              <a:t>Law of diminishing marginal utility</a:t>
            </a:r>
          </a:p>
          <a:p>
            <a:pPr lvl="0">
              <a:lnSpc>
                <a:spcPct val="60000"/>
              </a:lnSpc>
            </a:pPr>
            <a:endParaRPr lang="en-GB" sz="1900"/>
          </a:p>
          <a:p>
            <a:pPr lvl="0">
              <a:lnSpc>
                <a:spcPct val="60000"/>
              </a:lnSpc>
            </a:pPr>
            <a:r>
              <a:rPr lang="en-GB" sz="1900"/>
              <a:t>Consumer equilibrium</a:t>
            </a:r>
          </a:p>
          <a:p>
            <a:pPr lvl="0">
              <a:lnSpc>
                <a:spcPct val="60000"/>
              </a:lnSpc>
            </a:pPr>
            <a:r>
              <a:rPr lang="en-GB" sz="1900"/>
              <a:t>Rational behaviour of consumers</a:t>
            </a:r>
          </a:p>
          <a:p>
            <a:pPr lvl="0">
              <a:lnSpc>
                <a:spcPct val="60000"/>
              </a:lnSpc>
            </a:pPr>
            <a:r>
              <a:rPr lang="en-GB" sz="1900"/>
              <a:t>From consumer equilibrium to Demand curve</a:t>
            </a:r>
          </a:p>
          <a:p>
            <a:pPr lvl="0">
              <a:lnSpc>
                <a:spcPct val="60000"/>
              </a:lnSpc>
            </a:pPr>
            <a:r>
              <a:rPr lang="en-GB" sz="1900"/>
              <a:t>Factors that influence demand curve</a:t>
            </a:r>
          </a:p>
          <a:p>
            <a:pPr lvl="0">
              <a:lnSpc>
                <a:spcPct val="60000"/>
              </a:lnSpc>
            </a:pPr>
            <a:r>
              <a:rPr lang="en-GB" sz="1900"/>
              <a:t>Movement along demand curve</a:t>
            </a:r>
          </a:p>
          <a:p>
            <a:pPr lvl="0">
              <a:lnSpc>
                <a:spcPct val="60000"/>
              </a:lnSpc>
            </a:pPr>
            <a:r>
              <a:rPr lang="en-GB" sz="1900"/>
              <a:t>Shift in demand curve</a:t>
            </a:r>
          </a:p>
          <a:p>
            <a:pPr lvl="0">
              <a:lnSpc>
                <a:spcPct val="60000"/>
              </a:lnSpc>
            </a:pPr>
            <a:endParaRPr lang="en-GB" sz="1900"/>
          </a:p>
          <a:p>
            <a:pPr lvl="0">
              <a:lnSpc>
                <a:spcPct val="60000"/>
              </a:lnSpc>
            </a:pPr>
            <a:endParaRPr lang="en-GB" sz="1900"/>
          </a:p>
          <a:p>
            <a:pPr lvl="0">
              <a:lnSpc>
                <a:spcPct val="60000"/>
              </a:lnSpc>
            </a:pPr>
            <a:endParaRPr lang="en-GB" sz="1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60728-B87C-41B6-8AE3-84B703EF8A9B}"/>
              </a:ext>
            </a:extLst>
          </p:cNvPr>
          <p:cNvSpPr txBox="1">
            <a:spLocks noGrp="1"/>
          </p:cNvSpPr>
          <p:nvPr>
            <p:ph type="title"/>
          </p:nvPr>
        </p:nvSpPr>
        <p:spPr/>
        <p:txBody>
          <a:bodyPr/>
          <a:lstStyle/>
          <a:p>
            <a:pPr lvl="0"/>
            <a:r>
              <a:rPr lang="en-GB"/>
              <a:t>Learning Outcomes</a:t>
            </a:r>
          </a:p>
        </p:txBody>
      </p:sp>
      <p:sp>
        <p:nvSpPr>
          <p:cNvPr id="3" name="Content Placeholder 2">
            <a:extLst>
              <a:ext uri="{FF2B5EF4-FFF2-40B4-BE49-F238E27FC236}">
                <a16:creationId xmlns:a16="http://schemas.microsoft.com/office/drawing/2014/main" id="{9CD818CE-0800-492F-913C-C6A7723D705C}"/>
              </a:ext>
            </a:extLst>
          </p:cNvPr>
          <p:cNvSpPr txBox="1">
            <a:spLocks noGrp="1"/>
          </p:cNvSpPr>
          <p:nvPr>
            <p:ph idx="1"/>
          </p:nvPr>
        </p:nvSpPr>
        <p:spPr/>
        <p:txBody>
          <a:bodyPr/>
          <a:lstStyle/>
          <a:p>
            <a:pPr lvl="0"/>
            <a:r>
              <a:rPr lang="en-GB"/>
              <a:t>Explain how utility theory attempts to explain the behaviour of a consumer faced with the problem of limited resources but unlimited needs</a:t>
            </a:r>
          </a:p>
          <a:p>
            <a:pPr lvl="0"/>
            <a:r>
              <a:rPr lang="en-GB"/>
              <a:t>Explain what economists mean by utility and diminishing marginal utility</a:t>
            </a:r>
          </a:p>
          <a:p>
            <a:pPr lvl="0"/>
            <a:r>
              <a:rPr lang="en-GB"/>
              <a:t>State the conditions for consumer equilibrium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A8C1D-4970-4846-B251-D872D00BC185}"/>
              </a:ext>
            </a:extLst>
          </p:cNvPr>
          <p:cNvSpPr txBox="1">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3152870-6F2A-4616-A023-2019CC9206D6}"/>
              </a:ext>
            </a:extLst>
          </p:cNvPr>
          <p:cNvSpPr txBox="1">
            <a:spLocks noGrp="1"/>
          </p:cNvSpPr>
          <p:nvPr>
            <p:ph idx="1"/>
          </p:nvPr>
        </p:nvSpPr>
        <p:spPr/>
        <p:txBody>
          <a:bodyPr/>
          <a:lstStyle/>
          <a:p>
            <a:pPr marL="0" lvl="0" indent="0">
              <a:buNone/>
            </a:pPr>
            <a:r>
              <a:rPr lang="en-GB"/>
              <a:t>Utility Theory</a:t>
            </a:r>
          </a:p>
          <a:p>
            <a:pPr lvl="0">
              <a:buFont typeface="Arial" pitchFamily="34"/>
            </a:pPr>
            <a:r>
              <a:rPr lang="en-GB"/>
              <a:t>Definition of utility &amp; marginal utility concepts</a:t>
            </a:r>
          </a:p>
          <a:p>
            <a:pPr lvl="0">
              <a:buFont typeface="Arial" pitchFamily="34"/>
            </a:pPr>
            <a:r>
              <a:rPr lang="en-GB"/>
              <a:t>Assumptions about rationality</a:t>
            </a:r>
          </a:p>
          <a:p>
            <a:pPr lvl="0">
              <a:buFont typeface="Arial" pitchFamily="34"/>
            </a:pPr>
            <a:r>
              <a:rPr lang="en-GB"/>
              <a:t>Diminishing marginal utility</a:t>
            </a:r>
          </a:p>
          <a:p>
            <a:pPr lvl="0">
              <a:buFont typeface="Arial" pitchFamily="34"/>
            </a:pPr>
            <a:r>
              <a:rPr lang="en-GB"/>
              <a:t>Consumer Equilibrium</a:t>
            </a:r>
          </a:p>
          <a:p>
            <a:pPr lvl="0">
              <a:buFont typeface="Arial" pitchFamily="34"/>
            </a:pPr>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97DE8-11F0-48E2-B7AB-20CB1722F994}"/>
              </a:ext>
            </a:extLst>
          </p:cNvPr>
          <p:cNvSpPr txBox="1">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A626824-E9B5-4932-82E9-02CF302FC3A9}"/>
              </a:ext>
            </a:extLst>
          </p:cNvPr>
          <p:cNvSpPr txBox="1">
            <a:spLocks noGrp="1"/>
          </p:cNvSpPr>
          <p:nvPr>
            <p:ph idx="1"/>
          </p:nvPr>
        </p:nvSpPr>
        <p:spPr/>
        <p:txBody>
          <a:bodyPr/>
          <a:lstStyle/>
          <a:p>
            <a:pPr lvl="0">
              <a:lnSpc>
                <a:spcPct val="90000"/>
              </a:lnSpc>
            </a:pPr>
            <a:r>
              <a:rPr lang="en-GB"/>
              <a:t>Utility is the economist’s term for the pleasure, satisfaction, and the need fulfilment that people get from the consumption of goods and services, that is, pleasure or satisfaction or benefit derived by a person from consumption of goods</a:t>
            </a:r>
          </a:p>
          <a:p>
            <a:pPr lvl="0">
              <a:lnSpc>
                <a:spcPct val="90000"/>
              </a:lnSpc>
            </a:pPr>
            <a:r>
              <a:rPr lang="en-GB"/>
              <a:t>Total utility is the total satisfaction that a person derives from spending his income and consuming goods</a:t>
            </a:r>
          </a:p>
          <a:p>
            <a:pPr lvl="0">
              <a:lnSpc>
                <a:spcPct val="90000"/>
              </a:lnSpc>
            </a:pPr>
            <a:r>
              <a:rPr lang="en-GB"/>
              <a:t>Marginal utility is the amount of added utility obtained from a one-unit increase in consumption of a good.</a:t>
            </a:r>
          </a:p>
          <a:p>
            <a:pPr lvl="0">
              <a:lnSpc>
                <a:spcPct val="90000"/>
              </a:lnSpc>
            </a:pPr>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23880-8597-4BBB-AAC7-9DC1D5AFDFD9}"/>
              </a:ext>
            </a:extLst>
          </p:cNvPr>
          <p:cNvSpPr txBox="1">
            <a:spLocks noGrp="1"/>
          </p:cNvSpPr>
          <p:nvPr>
            <p:ph type="title"/>
          </p:nvPr>
        </p:nvSpPr>
        <p:spPr/>
        <p:txBody>
          <a:bodyPr/>
          <a:lstStyle/>
          <a:p>
            <a:pPr lvl="0"/>
            <a:r>
              <a:rPr lang="en-GB" sz="3600"/>
              <a:t>Assumptions about the Rational Behaviour of the Consumer</a:t>
            </a:r>
          </a:p>
        </p:txBody>
      </p:sp>
      <p:sp>
        <p:nvSpPr>
          <p:cNvPr id="3" name="Content Placeholder 2">
            <a:extLst>
              <a:ext uri="{FF2B5EF4-FFF2-40B4-BE49-F238E27FC236}">
                <a16:creationId xmlns:a16="http://schemas.microsoft.com/office/drawing/2014/main" id="{899BC543-01D9-466E-9177-F6690C169238}"/>
              </a:ext>
            </a:extLst>
          </p:cNvPr>
          <p:cNvSpPr txBox="1">
            <a:spLocks noGrp="1"/>
          </p:cNvSpPr>
          <p:nvPr>
            <p:ph idx="1"/>
          </p:nvPr>
        </p:nvSpPr>
        <p:spPr/>
        <p:txBody>
          <a:bodyPr/>
          <a:lstStyle/>
          <a:p>
            <a:pPr marL="0" lvl="0" indent="0">
              <a:lnSpc>
                <a:spcPct val="90000"/>
              </a:lnSpc>
              <a:buNone/>
            </a:pPr>
            <a:r>
              <a:rPr lang="en-GB" sz="2200"/>
              <a:t>Assumptions</a:t>
            </a:r>
          </a:p>
          <a:p>
            <a:pPr marL="457200" lvl="0" indent="-457200">
              <a:lnSpc>
                <a:spcPct val="90000"/>
              </a:lnSpc>
              <a:buFont typeface="Calibri Light"/>
              <a:buAutoNum type="arabicPeriod"/>
            </a:pPr>
            <a:r>
              <a:rPr lang="en-GB" sz="2200"/>
              <a:t>Consumer prefers more goods to less, that is, </a:t>
            </a:r>
            <a:r>
              <a:rPr lang="en-GB" sz="2200" b="1"/>
              <a:t>MORE IS BETTER</a:t>
            </a:r>
            <a:endParaRPr lang="en-GB" sz="2200"/>
          </a:p>
          <a:p>
            <a:pPr marL="457200" lvl="0" indent="-457200">
              <a:lnSpc>
                <a:spcPct val="90000"/>
              </a:lnSpc>
              <a:buFont typeface="Calibri Light"/>
              <a:buAutoNum type="arabicPeriod"/>
            </a:pPr>
            <a:r>
              <a:rPr lang="en-GB" sz="2200"/>
              <a:t>Consumer attempts to maximise the total utility attainable with a limited income. Economists </a:t>
            </a:r>
            <a:r>
              <a:rPr lang="en-GB" sz="2200" b="1"/>
              <a:t>assume </a:t>
            </a:r>
            <a:r>
              <a:rPr lang="en-GB" sz="2200"/>
              <a:t>that we are all MAXIMIZERS. </a:t>
            </a:r>
          </a:p>
          <a:p>
            <a:pPr marL="457200" lvl="0" indent="-457200">
              <a:lnSpc>
                <a:spcPct val="90000"/>
              </a:lnSpc>
              <a:buFont typeface="Calibri Light"/>
              <a:buAutoNum type="arabicPeriod"/>
            </a:pPr>
            <a:r>
              <a:rPr lang="en-GB" sz="2200"/>
              <a:t>Consumer is willing to substitute one good for another provided its price right</a:t>
            </a:r>
          </a:p>
          <a:p>
            <a:pPr marL="457200" lvl="0" indent="-457200">
              <a:lnSpc>
                <a:spcPct val="90000"/>
              </a:lnSpc>
              <a:buFont typeface="Calibri Light"/>
              <a:buAutoNum type="arabicPeriod"/>
            </a:pPr>
            <a:r>
              <a:rPr lang="en-GB" sz="2200"/>
              <a:t>Choices are transitive – i.e., if a given commodity bundle A is preferred to bundle B and bundle B is preferred to bundle C then we can conclude that commodity bundle A is preferred to commodity bundle 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FD388-8DA4-4AAE-B6DB-40328EC7EE62}"/>
              </a:ext>
            </a:extLst>
          </p:cNvPr>
          <p:cNvSpPr txBox="1">
            <a:spLocks noGrp="1"/>
          </p:cNvSpPr>
          <p:nvPr>
            <p:ph type="title"/>
          </p:nvPr>
        </p:nvSpPr>
        <p:spPr/>
        <p:txBody>
          <a:bodyPr/>
          <a:lstStyle/>
          <a:p>
            <a:pPr lvl="0"/>
            <a:r>
              <a:rPr lang="en-GB"/>
              <a:t>Rational Behaviour of the Consumer</a:t>
            </a:r>
          </a:p>
        </p:txBody>
      </p:sp>
      <p:sp>
        <p:nvSpPr>
          <p:cNvPr id="3" name="Content Placeholder 2">
            <a:extLst>
              <a:ext uri="{FF2B5EF4-FFF2-40B4-BE49-F238E27FC236}">
                <a16:creationId xmlns:a16="http://schemas.microsoft.com/office/drawing/2014/main" id="{3F2D7C07-7FC9-4C73-94D4-CA49E28582E7}"/>
              </a:ext>
            </a:extLst>
          </p:cNvPr>
          <p:cNvSpPr txBox="1">
            <a:spLocks noGrp="1"/>
          </p:cNvSpPr>
          <p:nvPr>
            <p:ph idx="1"/>
          </p:nvPr>
        </p:nvSpPr>
        <p:spPr/>
        <p:txBody>
          <a:bodyPr/>
          <a:lstStyle/>
          <a:p>
            <a:pPr marL="0" lvl="0" indent="0">
              <a:lnSpc>
                <a:spcPct val="90000"/>
              </a:lnSpc>
              <a:buNone/>
            </a:pPr>
            <a:r>
              <a:rPr lang="en-GB"/>
              <a:t>Implications of the assumptions</a:t>
            </a:r>
          </a:p>
          <a:p>
            <a:pPr marL="457200" lvl="0" indent="-457200">
              <a:lnSpc>
                <a:spcPct val="90000"/>
              </a:lnSpc>
              <a:buFont typeface="Calibri Light"/>
              <a:buAutoNum type="arabicPeriod"/>
            </a:pPr>
            <a:r>
              <a:rPr lang="en-GB"/>
              <a:t>Acting rationally means that consumer attempts to maximise the total utility attainable with limited income.  When the consumer considers whether any unit of a good is worth buying he is deciding whether the marginal utility of buying another unit of the good exceeds the marginal utility that would be yielded by an alternative use of amount of money.</a:t>
            </a:r>
          </a:p>
          <a:p>
            <a:pPr marL="457200" lvl="0" indent="-457200">
              <a:lnSpc>
                <a:spcPct val="90000"/>
              </a:lnSpc>
              <a:buFont typeface="Calibri Light"/>
              <a:buAutoNum type="arabicPeriod"/>
            </a:pPr>
            <a:r>
              <a:rPr lang="en-GB"/>
              <a:t>Consumer will spend his income in such a way that he gets the same marginal utility from the last penny spent on each commodity</a:t>
            </a:r>
          </a:p>
          <a:p>
            <a:pPr marL="457200" lvl="0" indent="-457200">
              <a:lnSpc>
                <a:spcPct val="90000"/>
              </a:lnSpc>
              <a:buFont typeface="Calibri Light"/>
              <a:buAutoNum type="arabicPeriod"/>
            </a:pPr>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E367E-C631-458A-BA5F-A5939E3BD214}"/>
              </a:ext>
            </a:extLst>
          </p:cNvPr>
          <p:cNvSpPr txBox="1">
            <a:spLocks noGrp="1"/>
          </p:cNvSpPr>
          <p:nvPr>
            <p:ph type="title"/>
          </p:nvPr>
        </p:nvSpPr>
        <p:spPr/>
        <p:txBody>
          <a:bodyPr/>
          <a:lstStyle/>
          <a:p>
            <a:pPr lvl="0"/>
            <a:r>
              <a:rPr lang="en-GB"/>
              <a:t>Marginal Utility Exercise</a:t>
            </a:r>
          </a:p>
        </p:txBody>
      </p:sp>
      <p:sp>
        <p:nvSpPr>
          <p:cNvPr id="3" name="Content Placeholder 2">
            <a:extLst>
              <a:ext uri="{FF2B5EF4-FFF2-40B4-BE49-F238E27FC236}">
                <a16:creationId xmlns:a16="http://schemas.microsoft.com/office/drawing/2014/main" id="{9388FC16-697A-4AB8-96B0-B172A6872E24}"/>
              </a:ext>
            </a:extLst>
          </p:cNvPr>
          <p:cNvSpPr txBox="1">
            <a:spLocks noGrp="1"/>
          </p:cNvSpPr>
          <p:nvPr>
            <p:ph idx="1"/>
          </p:nvPr>
        </p:nvSpPr>
        <p:spPr/>
        <p:txBody>
          <a:bodyPr/>
          <a:lstStyle/>
          <a:p>
            <a:pPr marL="0" lvl="0" indent="0">
              <a:lnSpc>
                <a:spcPct val="80000"/>
              </a:lnSpc>
              <a:buNone/>
            </a:pPr>
            <a:r>
              <a:rPr lang="en-GB" sz="1500"/>
              <a:t>Suppose that we are trying to establish the satisfaction that a person gets from a long holiday.  Satisfaction is not easy to measure and so we will assume that an individual is asked to give a total points score out of 100 to show how well his holiday to date matches up to his concept of what is ideal.  He is asked to give a total score to date after every day of his holiday.  He provides the following schedule for his holiday:</a:t>
            </a:r>
          </a:p>
          <a:p>
            <a:pPr marL="0" lvl="0" indent="0">
              <a:lnSpc>
                <a:spcPct val="80000"/>
              </a:lnSpc>
              <a:buNone/>
            </a:pPr>
            <a:r>
              <a:rPr lang="en-GB" sz="1500"/>
              <a:t>      Day          Total Satisfaction score                       Day 			 Total Satisfaction score</a:t>
            </a:r>
          </a:p>
          <a:p>
            <a:pPr marL="0" lvl="0" indent="0">
              <a:lnSpc>
                <a:spcPct val="80000"/>
              </a:lnSpc>
              <a:buNone/>
            </a:pPr>
            <a:r>
              <a:rPr lang="en-GB" sz="1500"/>
              <a:t>        1                  19                                                   </a:t>
            </a:r>
          </a:p>
          <a:p>
            <a:pPr marL="0" lvl="0" indent="0">
              <a:lnSpc>
                <a:spcPct val="80000"/>
              </a:lnSpc>
              <a:buNone/>
            </a:pPr>
            <a:r>
              <a:rPr lang="en-GB" sz="1500"/>
              <a:t>        2                  33                                                    6                                            72</a:t>
            </a:r>
          </a:p>
          <a:p>
            <a:pPr marL="0" lvl="0" indent="0">
              <a:lnSpc>
                <a:spcPct val="80000"/>
              </a:lnSpc>
              <a:buNone/>
            </a:pPr>
            <a:r>
              <a:rPr lang="en-GB" sz="1500"/>
              <a:t>        3                  45                                                    7                                            78</a:t>
            </a:r>
          </a:p>
          <a:p>
            <a:pPr marL="0" lvl="0" indent="0">
              <a:lnSpc>
                <a:spcPct val="80000"/>
              </a:lnSpc>
              <a:buNone/>
            </a:pPr>
            <a:r>
              <a:rPr lang="en-GB" sz="1500"/>
              <a:t>        4                  55                                                    8                                            81</a:t>
            </a:r>
          </a:p>
          <a:p>
            <a:pPr marL="0" lvl="0" indent="0">
              <a:lnSpc>
                <a:spcPct val="80000"/>
              </a:lnSpc>
              <a:buNone/>
            </a:pPr>
            <a:r>
              <a:rPr lang="en-GB" sz="1500"/>
              <a:t>        5                  64                                                    9                                            82</a:t>
            </a:r>
          </a:p>
          <a:p>
            <a:pPr marL="0" lvl="0" indent="0">
              <a:lnSpc>
                <a:spcPct val="80000"/>
              </a:lnSpc>
              <a:buNone/>
            </a:pPr>
            <a:r>
              <a:rPr lang="en-GB" sz="150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BE9C7-3C8D-4B0F-85F6-597728F7F96C}"/>
              </a:ext>
            </a:extLst>
          </p:cNvPr>
          <p:cNvSpPr txBox="1">
            <a:spLocks noGrp="1"/>
          </p:cNvSpPr>
          <p:nvPr>
            <p:ph type="title"/>
          </p:nvPr>
        </p:nvSpPr>
        <p:spPr/>
        <p:txBody>
          <a:bodyPr/>
          <a:lstStyle/>
          <a:p>
            <a:pPr lvl="0"/>
            <a:r>
              <a:rPr lang="en-GB"/>
              <a:t>Diminishing Marginal Utility</a:t>
            </a:r>
          </a:p>
        </p:txBody>
      </p:sp>
      <p:sp>
        <p:nvSpPr>
          <p:cNvPr id="3" name="Content Placeholder 2">
            <a:extLst>
              <a:ext uri="{FF2B5EF4-FFF2-40B4-BE49-F238E27FC236}">
                <a16:creationId xmlns:a16="http://schemas.microsoft.com/office/drawing/2014/main" id="{0D5E8A87-9220-4E14-9091-8C77A8B24414}"/>
              </a:ext>
            </a:extLst>
          </p:cNvPr>
          <p:cNvSpPr txBox="1">
            <a:spLocks noGrp="1"/>
          </p:cNvSpPr>
          <p:nvPr>
            <p:ph idx="1"/>
          </p:nvPr>
        </p:nvSpPr>
        <p:spPr/>
        <p:txBody>
          <a:bodyPr/>
          <a:lstStyle/>
          <a:p>
            <a:pPr lvl="0">
              <a:lnSpc>
                <a:spcPct val="70000"/>
              </a:lnSpc>
            </a:pPr>
            <a:r>
              <a:rPr lang="en-GB" sz="2200" b="1"/>
              <a:t>Marginal Utility:  </a:t>
            </a:r>
            <a:r>
              <a:rPr lang="en-GB" sz="2200"/>
              <a:t>is  the satisfaction gained from consuming another unit of a good</a:t>
            </a:r>
          </a:p>
          <a:p>
            <a:pPr lvl="0">
              <a:lnSpc>
                <a:spcPct val="70000"/>
              </a:lnSpc>
            </a:pPr>
            <a:r>
              <a:rPr lang="en-GB" sz="2200" b="1"/>
              <a:t>Law of diminishing MU:</a:t>
            </a:r>
            <a:r>
              <a:rPr lang="en-GB" sz="2200"/>
              <a:t>  all other things being equal, the additional satisfaction gained from consuming additional units of a commodity will diminish with each successive unit consumed.  Total utility will continue to rise as each successive unit is consumed but at a decreasing pace; or</a:t>
            </a:r>
          </a:p>
          <a:p>
            <a:pPr marL="261939" lvl="0" indent="-261939">
              <a:lnSpc>
                <a:spcPct val="70000"/>
              </a:lnSpc>
              <a:buNone/>
            </a:pPr>
            <a:r>
              <a:rPr lang="en-GB" sz="2200"/>
              <a:t>    The successive units of consumption will eventually lead to a fall in their marginal utility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2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0B546-8B3D-4752-AC46-51745316952D}"/>
              </a:ext>
            </a:extLst>
          </p:cNvPr>
          <p:cNvSpPr txBox="1">
            <a:spLocks noGrp="1"/>
          </p:cNvSpPr>
          <p:nvPr>
            <p:ph type="title"/>
          </p:nvPr>
        </p:nvSpPr>
        <p:spPr/>
        <p:txBody>
          <a:bodyPr/>
          <a:lstStyle/>
          <a:p>
            <a:pPr lvl="0"/>
            <a:r>
              <a:rPr lang="en-GB"/>
              <a:t>Diminishing Marginal Utility</a:t>
            </a:r>
          </a:p>
        </p:txBody>
      </p:sp>
      <p:sp>
        <p:nvSpPr>
          <p:cNvPr id="3" name="Content Placeholder 2">
            <a:extLst>
              <a:ext uri="{FF2B5EF4-FFF2-40B4-BE49-F238E27FC236}">
                <a16:creationId xmlns:a16="http://schemas.microsoft.com/office/drawing/2014/main" id="{5F65D6AB-F0F6-44AD-857E-D03AA7CCA2F4}"/>
              </a:ext>
            </a:extLst>
          </p:cNvPr>
          <p:cNvSpPr txBox="1">
            <a:spLocks noGrp="1"/>
          </p:cNvSpPr>
          <p:nvPr>
            <p:ph idx="1"/>
          </p:nvPr>
        </p:nvSpPr>
        <p:spPr/>
        <p:txBody>
          <a:bodyPr/>
          <a:lstStyle/>
          <a:p>
            <a:pPr marL="0" lvl="0" indent="0">
              <a:lnSpc>
                <a:spcPct val="70000"/>
              </a:lnSpc>
              <a:buNone/>
            </a:pPr>
            <a:r>
              <a:rPr lang="en-GB" sz="2200"/>
              <a:t>The law holds if assumptions on fixed income, fixed tastes or fashion are valid</a:t>
            </a:r>
          </a:p>
          <a:p>
            <a:pPr marL="1698626" lvl="0" indent="-1698626">
              <a:lnSpc>
                <a:spcPct val="70000"/>
              </a:lnSpc>
              <a:buNone/>
            </a:pPr>
            <a:r>
              <a:rPr lang="en-GB" sz="2200"/>
              <a:t>     a. </a:t>
            </a:r>
            <a:r>
              <a:rPr lang="en-GB" sz="2200" b="1"/>
              <a:t>Income: </a:t>
            </a:r>
            <a:r>
              <a:rPr lang="en-GB" sz="2200"/>
              <a:t> if income changes, utility a consumer obtains from a commodity will be affected by the changing consumption of other commodities</a:t>
            </a:r>
          </a:p>
          <a:p>
            <a:pPr marL="1698626" lvl="0" indent="-1698626">
              <a:lnSpc>
                <a:spcPct val="70000"/>
              </a:lnSpc>
              <a:buNone/>
            </a:pPr>
            <a:r>
              <a:rPr lang="en-GB" sz="2200"/>
              <a:t>     b. </a:t>
            </a:r>
            <a:r>
              <a:rPr lang="en-GB" sz="2200" b="1"/>
              <a:t>Tastes</a:t>
            </a:r>
            <a:r>
              <a:rPr lang="en-GB" sz="2200"/>
              <a:t>:  change in tastes or fashion or attitudes may occur as more of a commodity is consumed and marginal utility may increase where such a change is taking place.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E96AC-2B43-4270-9225-81A4CCF720F6}"/>
              </a:ext>
            </a:extLst>
          </p:cNvPr>
          <p:cNvSpPr txBox="1">
            <a:spLocks noGrp="1"/>
          </p:cNvSpPr>
          <p:nvPr>
            <p:ph type="title"/>
          </p:nvPr>
        </p:nvSpPr>
        <p:spPr/>
        <p:txBody>
          <a:bodyPr/>
          <a:lstStyle/>
          <a:p>
            <a:pPr lvl="0"/>
            <a:r>
              <a:rPr lang="en-GB"/>
              <a:t>Consumer as Economiser</a:t>
            </a:r>
          </a:p>
        </p:txBody>
      </p:sp>
      <p:sp>
        <p:nvSpPr>
          <p:cNvPr id="3" name="Content Placeholder 2">
            <a:extLst>
              <a:ext uri="{FF2B5EF4-FFF2-40B4-BE49-F238E27FC236}">
                <a16:creationId xmlns:a16="http://schemas.microsoft.com/office/drawing/2014/main" id="{5A3160DA-3534-4135-864E-3E12BC007798}"/>
              </a:ext>
            </a:extLst>
          </p:cNvPr>
          <p:cNvSpPr txBox="1">
            <a:spLocks noGrp="1"/>
          </p:cNvSpPr>
          <p:nvPr>
            <p:ph idx="1"/>
          </p:nvPr>
        </p:nvSpPr>
        <p:spPr/>
        <p:txBody>
          <a:bodyPr/>
          <a:lstStyle/>
          <a:p>
            <a:pPr marL="0" lvl="0" indent="0">
              <a:buNone/>
            </a:pPr>
            <a:r>
              <a:rPr lang="en-GB" sz="2200"/>
              <a:t>In applying the principle of diminishing marginal utility, we need to realise that</a:t>
            </a:r>
          </a:p>
          <a:p>
            <a:pPr lvl="0"/>
            <a:r>
              <a:rPr lang="en-GB" sz="2200"/>
              <a:t>There are many different desirable goods</a:t>
            </a:r>
          </a:p>
          <a:p>
            <a:pPr lvl="0"/>
            <a:r>
              <a:rPr lang="en-GB" sz="2200"/>
              <a:t>Consumers must pay  for the goods they want</a:t>
            </a:r>
          </a:p>
          <a:p>
            <a:pPr lvl="0"/>
            <a:r>
              <a:rPr lang="en-GB" sz="2200"/>
              <a:t>Consumers have limited budgets</a:t>
            </a:r>
          </a:p>
          <a:p>
            <a:pPr marL="0" lvl="0" indent="0">
              <a:buNone/>
            </a:pPr>
            <a:r>
              <a:rPr lang="en-GB" sz="2200"/>
              <a:t>Consumers who want the greatest satisfaction given limited budgets have to economise by making choices each of which involves an opportunity cost.  That is, if they spend more on one good, they have less to spend on something else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863-BA58-4ED3-82C9-E714F1ECE2E9}"/>
              </a:ext>
            </a:extLst>
          </p:cNvPr>
          <p:cNvSpPr txBox="1">
            <a:spLocks noGrp="1"/>
          </p:cNvSpPr>
          <p:nvPr>
            <p:ph type="title"/>
          </p:nvPr>
        </p:nvSpPr>
        <p:spPr/>
        <p:txBody>
          <a:bodyPr/>
          <a:lstStyle/>
          <a:p>
            <a:pPr lvl="0"/>
            <a:r>
              <a:rPr lang="en-GB"/>
              <a:t>Solving the Consumer Problem</a:t>
            </a:r>
          </a:p>
        </p:txBody>
      </p:sp>
      <p:sp>
        <p:nvSpPr>
          <p:cNvPr id="3" name="Content Placeholder 2">
            <a:extLst>
              <a:ext uri="{FF2B5EF4-FFF2-40B4-BE49-F238E27FC236}">
                <a16:creationId xmlns:a16="http://schemas.microsoft.com/office/drawing/2014/main" id="{BF7B8E80-F754-46AC-BBCE-BE3B559D7D5C}"/>
              </a:ext>
            </a:extLst>
          </p:cNvPr>
          <p:cNvSpPr txBox="1">
            <a:spLocks noGrp="1"/>
          </p:cNvSpPr>
          <p:nvPr>
            <p:ph idx="1"/>
          </p:nvPr>
        </p:nvSpPr>
        <p:spPr/>
        <p:txBody>
          <a:bodyPr/>
          <a:lstStyle/>
          <a:p>
            <a:pPr lvl="0">
              <a:lnSpc>
                <a:spcPct val="90000"/>
              </a:lnSpc>
            </a:pPr>
            <a:r>
              <a:rPr lang="en-GB"/>
              <a:t>If you spend an extra dollar a month on food, you get a certain added utility from doing so.  Meanwhile you bear an opportunity cost equal to the utility you could instead have obtained by spending the dollar on clothing</a:t>
            </a:r>
          </a:p>
          <a:p>
            <a:pPr lvl="0">
              <a:lnSpc>
                <a:spcPct val="90000"/>
              </a:lnSpc>
            </a:pPr>
            <a:r>
              <a:rPr lang="en-GB"/>
              <a:t>Consumer’s choice will depend on which utility is greater – extra dollar’s worth of food or the extra dollar’s worth of clothing</a:t>
            </a:r>
          </a:p>
          <a:p>
            <a:pPr lvl="0">
              <a:lnSpc>
                <a:spcPct val="90000"/>
              </a:lnSpc>
            </a:pPr>
            <a:r>
              <a:rPr lang="en-GB"/>
              <a:t>Which is greater depends on how much of each good you coonsme….if you have a lot of clothing and not much food, MU of clothing will be low and that of food high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E223B-0B50-4A06-9FC6-A593C84AED8A}"/>
              </a:ext>
            </a:extLst>
          </p:cNvPr>
          <p:cNvSpPr txBox="1">
            <a:spLocks noGrp="1"/>
          </p:cNvSpPr>
          <p:nvPr>
            <p:ph type="title"/>
          </p:nvPr>
        </p:nvSpPr>
        <p:spPr/>
        <p:txBody>
          <a:bodyPr/>
          <a:lstStyle/>
          <a:p>
            <a:pPr lvl="0"/>
            <a:r>
              <a:rPr lang="en-GB"/>
              <a:t>Consumer Equilibrium</a:t>
            </a:r>
          </a:p>
        </p:txBody>
      </p:sp>
      <p:sp>
        <p:nvSpPr>
          <p:cNvPr id="3" name="Content Placeholder 2">
            <a:extLst>
              <a:ext uri="{FF2B5EF4-FFF2-40B4-BE49-F238E27FC236}">
                <a16:creationId xmlns:a16="http://schemas.microsoft.com/office/drawing/2014/main" id="{12B25AD8-AC04-4EF3-8FF3-34F6C320A2E0}"/>
              </a:ext>
            </a:extLst>
          </p:cNvPr>
          <p:cNvSpPr txBox="1">
            <a:spLocks noGrp="1"/>
          </p:cNvSpPr>
          <p:nvPr>
            <p:ph idx="1"/>
          </p:nvPr>
        </p:nvSpPr>
        <p:spPr/>
        <p:txBody>
          <a:bodyPr/>
          <a:lstStyle/>
          <a:p>
            <a:pPr lvl="0"/>
            <a:r>
              <a:rPr lang="en-GB"/>
              <a:t>Consumers tend to shift their expenditures from one kind of good to another as long as they can increase their total utilities.</a:t>
            </a:r>
          </a:p>
          <a:p>
            <a:pPr lvl="0"/>
            <a:r>
              <a:rPr lang="en-GB" b="1"/>
              <a:t>When consumer expenditures are distributed among various available goods in such a way that, for each consumer, the MU of one dollar’s worth of each good consumed is equal to the marginal utility of a dollar’s worth of each other good consumed, no further increase in utility is possible within the given budget constraint.  This is the state of Consumer Equilibrium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D1F34-D26E-455B-B71E-F87F4CA23DB1}"/>
              </a:ext>
            </a:extLst>
          </p:cNvPr>
          <p:cNvSpPr txBox="1">
            <a:spLocks noGrp="1"/>
          </p:cNvSpPr>
          <p:nvPr>
            <p:ph type="title"/>
          </p:nvPr>
        </p:nvSpPr>
        <p:spPr/>
        <p:txBody>
          <a:bodyPr/>
          <a:lstStyle/>
          <a:p>
            <a:pPr lvl="0"/>
            <a:r>
              <a:rPr lang="en-GB"/>
              <a:t>Consumer Equilibrium</a:t>
            </a:r>
          </a:p>
        </p:txBody>
      </p:sp>
      <p:sp>
        <p:nvSpPr>
          <p:cNvPr id="3" name="Content Placeholder 2">
            <a:extLst>
              <a:ext uri="{FF2B5EF4-FFF2-40B4-BE49-F238E27FC236}">
                <a16:creationId xmlns:a16="http://schemas.microsoft.com/office/drawing/2014/main" id="{9F651BE5-0A5E-4C31-AC7B-29B4CA262B90}"/>
              </a:ext>
            </a:extLst>
          </p:cNvPr>
          <p:cNvSpPr txBox="1">
            <a:spLocks noGrp="1"/>
          </p:cNvSpPr>
          <p:nvPr>
            <p:ph idx="1"/>
          </p:nvPr>
        </p:nvSpPr>
        <p:spPr/>
        <p:txBody>
          <a:bodyPr/>
          <a:lstStyle/>
          <a:p>
            <a:pPr lvl="0"/>
            <a:r>
              <a:rPr lang="en-GB"/>
              <a:t>Consumers equilibrium is a state of affairs in which consumers cannot increase the total utility they obtain from a given budget by shifting expenditure from one good to another. That is, the M of a dollar’s worth of one good must be equal to the marginal utility of a dollar’s worth of any other good.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2F9FB-2E24-450A-9B7E-436ED1E49434}"/>
              </a:ext>
            </a:extLst>
          </p:cNvPr>
          <p:cNvSpPr txBox="1">
            <a:spLocks noGrp="1"/>
          </p:cNvSpPr>
          <p:nvPr>
            <p:ph type="title"/>
          </p:nvPr>
        </p:nvSpPr>
        <p:spPr/>
        <p:txBody>
          <a:bodyPr/>
          <a:lstStyle/>
          <a:p>
            <a:pPr lvl="0"/>
            <a:r>
              <a:rPr lang="en-GB" sz="3600"/>
              <a:t>Consumer Equilibrium – Alternative Presentation</a:t>
            </a:r>
          </a:p>
        </p:txBody>
      </p:sp>
      <p:sp>
        <p:nvSpPr>
          <p:cNvPr id="3" name="Content Placeholder 2">
            <a:extLst>
              <a:ext uri="{FF2B5EF4-FFF2-40B4-BE49-F238E27FC236}">
                <a16:creationId xmlns:a16="http://schemas.microsoft.com/office/drawing/2014/main" id="{54D1E2D3-7829-4B1E-B048-B6746E03BBF9}"/>
              </a:ext>
            </a:extLst>
          </p:cNvPr>
          <p:cNvSpPr txBox="1">
            <a:spLocks noGrp="1"/>
          </p:cNvSpPr>
          <p:nvPr>
            <p:ph idx="1"/>
          </p:nvPr>
        </p:nvSpPr>
        <p:spPr/>
        <p:txBody>
          <a:bodyPr/>
          <a:lstStyle/>
          <a:p>
            <a:pPr lvl="0"/>
            <a:r>
              <a:rPr lang="en-GB"/>
              <a:t>Assume a person is consuming right quantities of say chicken and beef to make MU of a dollar’s worth of chicken equal to MU of a dollar’s worth of beef:</a:t>
            </a:r>
          </a:p>
          <a:p>
            <a:pPr marL="0" lvl="0" indent="0">
              <a:buNone/>
            </a:pPr>
            <a:r>
              <a:rPr lang="en-GB"/>
              <a:t>           MU of Chicken per kg/                 MU of Beef per kg/</a:t>
            </a:r>
          </a:p>
          <a:p>
            <a:pPr marL="0" lvl="0" indent="0">
              <a:buNone/>
            </a:pPr>
            <a:r>
              <a:rPr lang="en-GB"/>
              <a:t>            Price of Chicken per kg         =     price of Beef per kg</a:t>
            </a:r>
          </a:p>
          <a:p>
            <a:pPr marL="0" lvl="0" indent="0">
              <a:buNone/>
            </a:pPr>
            <a:r>
              <a:rPr lang="en-GB" u="sng"/>
              <a:t> </a:t>
            </a:r>
          </a:p>
          <a:p>
            <a:pPr marL="0" lvl="0" indent="0">
              <a:buNone/>
            </a:pPr>
            <a:r>
              <a:rPr lang="en-GB"/>
              <a:t>               MUa/Pa  = MUb/Pb = MUc/Pc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3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D1E61-0EB6-451A-9B59-501E9000FD5C}"/>
              </a:ext>
            </a:extLst>
          </p:cNvPr>
          <p:cNvSpPr txBox="1">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0F780E0-9F7A-4473-B4F5-11C73B04517F}"/>
              </a:ext>
            </a:extLst>
          </p:cNvPr>
          <p:cNvSpPr txBox="1">
            <a:spLocks noGrp="1"/>
          </p:cNvSpPr>
          <p:nvPr>
            <p:ph idx="1"/>
          </p:nvPr>
        </p:nvSpPr>
        <p:spPr/>
        <p:txBody>
          <a:bodyPr/>
          <a:lstStyle/>
          <a:p>
            <a:pPr marL="0" lvl="0" indent="0">
              <a:buNone/>
            </a:pPr>
            <a:r>
              <a:rPr lang="en-GB"/>
              <a:t>Law of diminishing marginal utility implies that when this position has been reached, a person cannot increase his total utility because by switching expenditure from one commodity to another, the marginal utility gained from the new purchases will be less than the marginal utility lost by foregoing the other purchases that he can no longer afford.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01649-0368-414B-AB01-41E90C18806A}"/>
              </a:ext>
            </a:extLst>
          </p:cNvPr>
          <p:cNvSpPr txBox="1">
            <a:spLocks noGrp="1"/>
          </p:cNvSpPr>
          <p:nvPr>
            <p:ph type="title"/>
          </p:nvPr>
        </p:nvSpPr>
        <p:spPr/>
        <p:txBody>
          <a:bodyPr/>
          <a:lstStyle/>
          <a:p>
            <a:pPr lvl="0"/>
            <a:r>
              <a:rPr lang="en-GB" sz="3600"/>
              <a:t>Consumer Equilibrium – Alternative Presentation</a:t>
            </a:r>
          </a:p>
        </p:txBody>
      </p:sp>
      <p:sp>
        <p:nvSpPr>
          <p:cNvPr id="3" name="Content Placeholder 2">
            <a:extLst>
              <a:ext uri="{FF2B5EF4-FFF2-40B4-BE49-F238E27FC236}">
                <a16:creationId xmlns:a16="http://schemas.microsoft.com/office/drawing/2014/main" id="{4FFB8B4E-D6B3-4087-9AA1-0AF44C2DD4DB}"/>
              </a:ext>
            </a:extLst>
          </p:cNvPr>
          <p:cNvSpPr txBox="1">
            <a:spLocks noGrp="1"/>
          </p:cNvSpPr>
          <p:nvPr>
            <p:ph idx="1"/>
          </p:nvPr>
        </p:nvSpPr>
        <p:spPr/>
        <p:txBody>
          <a:bodyPr/>
          <a:lstStyle/>
          <a:p>
            <a:pPr lvl="0"/>
            <a:r>
              <a:rPr lang="en-GB"/>
              <a:t>Concepts of consumer equilibrium and diminishing marginal utility when combined explain the law of demand.  Suppose you have adjusted your pattern of consumption until you have reached an equilibrium in which, among other things:</a:t>
            </a:r>
          </a:p>
          <a:p>
            <a:pPr marL="0" lvl="0" indent="0">
              <a:buNone/>
            </a:pPr>
            <a:r>
              <a:rPr lang="en-GB"/>
              <a:t>              </a:t>
            </a:r>
            <a:r>
              <a:rPr lang="en-GB" u="sng"/>
              <a:t>MU of chicken  </a:t>
            </a:r>
            <a:r>
              <a:rPr lang="en-GB"/>
              <a:t>  =  </a:t>
            </a:r>
            <a:r>
              <a:rPr lang="en-GB" u="sng"/>
              <a:t>MU of Beef</a:t>
            </a:r>
          </a:p>
          <a:p>
            <a:pPr marL="0" lvl="0" indent="0">
              <a:buNone/>
            </a:pPr>
            <a:r>
              <a:rPr lang="en-GB"/>
              <a:t>                 $1                                $3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2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92C32-A7DC-4422-9B76-1CAD706BA2A6}"/>
              </a:ext>
            </a:extLst>
          </p:cNvPr>
          <p:cNvSpPr txBox="1">
            <a:spLocks noGrp="1"/>
          </p:cNvSpPr>
          <p:nvPr>
            <p:ph type="title"/>
          </p:nvPr>
        </p:nvSpPr>
        <p:spPr/>
        <p:txBody>
          <a:bodyPr/>
          <a:lstStyle/>
          <a:p>
            <a:pPr lvl="0"/>
            <a:r>
              <a:rPr lang="en-GB"/>
              <a:t>Maximising Utility</a:t>
            </a:r>
          </a:p>
        </p:txBody>
      </p:sp>
      <p:sp>
        <p:nvSpPr>
          <p:cNvPr id="3" name="Content Placeholder 2">
            <a:extLst>
              <a:ext uri="{FF2B5EF4-FFF2-40B4-BE49-F238E27FC236}">
                <a16:creationId xmlns:a16="http://schemas.microsoft.com/office/drawing/2014/main" id="{3FFBF2BB-5A8C-4D8F-9648-70785DC0B7D8}"/>
              </a:ext>
            </a:extLst>
          </p:cNvPr>
          <p:cNvSpPr txBox="1">
            <a:spLocks noGrp="1"/>
          </p:cNvSpPr>
          <p:nvPr>
            <p:ph idx="1"/>
          </p:nvPr>
        </p:nvSpPr>
        <p:spPr/>
        <p:txBody>
          <a:bodyPr/>
          <a:lstStyle/>
          <a:p>
            <a:pPr marL="0" lvl="0" indent="0">
              <a:buNone/>
            </a:pPr>
            <a:r>
              <a:rPr lang="en-GB"/>
              <a:t>We assume the aim of a rational consumer is to maximise their utility, given the following constraints:</a:t>
            </a:r>
          </a:p>
          <a:p>
            <a:pPr lvl="0">
              <a:buFont typeface="Arial" pitchFamily="34"/>
            </a:pPr>
            <a:r>
              <a:rPr lang="en-GB"/>
              <a:t>Limited income</a:t>
            </a:r>
          </a:p>
          <a:p>
            <a:pPr lvl="0">
              <a:buFont typeface="Arial" pitchFamily="34"/>
            </a:pPr>
            <a:r>
              <a:rPr lang="en-GB"/>
              <a:t>A given set of prices, and </a:t>
            </a:r>
          </a:p>
          <a:p>
            <a:pPr lvl="0">
              <a:buFont typeface="Arial" pitchFamily="34"/>
            </a:pPr>
            <a:r>
              <a:rPr lang="en-GB"/>
              <a:t>Constant tastes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2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08336-989B-43A7-9C30-58D2290244BD}"/>
              </a:ext>
            </a:extLst>
          </p:cNvPr>
          <p:cNvSpPr txBox="1">
            <a:spLocks noGrp="1"/>
          </p:cNvSpPr>
          <p:nvPr>
            <p:ph type="title"/>
          </p:nvPr>
        </p:nvSpPr>
        <p:spPr/>
        <p:txBody>
          <a:bodyPr/>
          <a:lstStyle/>
          <a:p>
            <a:pPr lvl="0"/>
            <a:r>
              <a:rPr lang="en-GB"/>
              <a:t>Maximising Utility</a:t>
            </a:r>
          </a:p>
        </p:txBody>
      </p:sp>
      <p:sp>
        <p:nvSpPr>
          <p:cNvPr id="3" name="Content Placeholder 2">
            <a:extLst>
              <a:ext uri="{FF2B5EF4-FFF2-40B4-BE49-F238E27FC236}">
                <a16:creationId xmlns:a16="http://schemas.microsoft.com/office/drawing/2014/main" id="{57DC73B0-E89A-420C-B8EC-82A62DFCA6C9}"/>
              </a:ext>
            </a:extLst>
          </p:cNvPr>
          <p:cNvSpPr txBox="1">
            <a:spLocks noGrp="1"/>
          </p:cNvSpPr>
          <p:nvPr>
            <p:ph idx="1"/>
          </p:nvPr>
        </p:nvSpPr>
        <p:spPr/>
        <p:txBody>
          <a:bodyPr/>
          <a:lstStyle/>
          <a:p>
            <a:pPr marL="0" lvl="0" indent="0">
              <a:buNone/>
            </a:pPr>
            <a:r>
              <a:rPr lang="en-GB"/>
              <a:t>To maximise utility, consumers will consume up to to the point where</a:t>
            </a:r>
          </a:p>
          <a:p>
            <a:pPr marL="0" lvl="0" indent="0">
              <a:buNone/>
            </a:pPr>
            <a:r>
              <a:rPr lang="en-GB"/>
              <a:t>     MUa/Pa = Mub/Pb = Muc/Pc = …</a:t>
            </a:r>
          </a:p>
          <a:p>
            <a:pPr marL="0" lvl="0" indent="0">
              <a:buNone/>
            </a:pPr>
            <a:r>
              <a:rPr lang="en-GB"/>
              <a:t>  equi-marginal condition</a:t>
            </a:r>
          </a:p>
          <a:p>
            <a:pPr marL="0" lvl="0" indent="0">
              <a:buNone/>
            </a:pPr>
            <a:r>
              <a:rPr lang="en-GB"/>
              <a:t>Implication</a:t>
            </a:r>
          </a:p>
          <a:p>
            <a:pPr marL="0" lvl="0" indent="0">
              <a:buNone/>
            </a:pPr>
            <a:r>
              <a:rPr lang="en-GB"/>
              <a:t>Extra satisfaction per kwacha on last unit of good a equals the extra satisfaction per kwacha on last unit of good b and that of c and d and so 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3CE4E-0BC6-4C37-86FD-6DB447EF0DA9}"/>
              </a:ext>
            </a:extLst>
          </p:cNvPr>
          <p:cNvSpPr txBox="1">
            <a:spLocks noGrp="1"/>
          </p:cNvSpPr>
          <p:nvPr>
            <p:ph type="title"/>
          </p:nvPr>
        </p:nvSpPr>
        <p:spPr/>
        <p:txBody>
          <a:bodyPr/>
          <a:lstStyle/>
          <a:p>
            <a:pPr lvl="0"/>
            <a:r>
              <a:rPr lang="en-GB" sz="3600"/>
              <a:t>From Consumer Equilibrium to the Law of Demand</a:t>
            </a:r>
          </a:p>
        </p:txBody>
      </p:sp>
      <p:sp>
        <p:nvSpPr>
          <p:cNvPr id="3" name="Content Placeholder 2">
            <a:extLst>
              <a:ext uri="{FF2B5EF4-FFF2-40B4-BE49-F238E27FC236}">
                <a16:creationId xmlns:a16="http://schemas.microsoft.com/office/drawing/2014/main" id="{613F6A7E-6506-43E7-B082-1931F5013B25}"/>
              </a:ext>
            </a:extLst>
          </p:cNvPr>
          <p:cNvSpPr txBox="1">
            <a:spLocks noGrp="1"/>
          </p:cNvSpPr>
          <p:nvPr>
            <p:ph idx="1"/>
          </p:nvPr>
        </p:nvSpPr>
        <p:spPr/>
        <p:txBody>
          <a:bodyPr/>
          <a:lstStyle/>
          <a:p>
            <a:pPr lvl="0"/>
            <a:r>
              <a:rPr lang="en-GB" sz="2200"/>
              <a:t>As long as equality holds, it will not to your benefit to increase consumption of beef since it will push down the MU of beef.  Once the MU of beef drops below MU of chicken you would be better off to switch to more chicken.</a:t>
            </a:r>
          </a:p>
          <a:p>
            <a:pPr lvl="0"/>
            <a:r>
              <a:rPr lang="en-GB" sz="2200"/>
              <a:t>If the price of beef drops, for the two ratios to be equal, either the MU of chicken would have to rise or MU of beef would fall.</a:t>
            </a:r>
          </a:p>
          <a:p>
            <a:pPr lvl="0"/>
            <a:r>
              <a:rPr lang="en-GB" sz="2200"/>
              <a:t>According to the principle of diminishing MU, one way to get MU of beef to fall is consume more of beef and one way to get MU of chicken to rise is to consume less chicken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B6161-07BC-40C3-91A1-E3E668907A6A}"/>
              </a:ext>
            </a:extLst>
          </p:cNvPr>
          <p:cNvSpPr txBox="1">
            <a:spLocks noGrp="1"/>
          </p:cNvSpPr>
          <p:nvPr>
            <p:ph type="title"/>
          </p:nvPr>
        </p:nvSpPr>
        <p:spPr/>
        <p:txBody>
          <a:bodyPr/>
          <a:lstStyle/>
          <a:p>
            <a:pPr lvl="0"/>
            <a:r>
              <a:rPr lang="en-GB" sz="3600"/>
              <a:t>From Consumer Equilibrium to the Law of Demand</a:t>
            </a:r>
          </a:p>
        </p:txBody>
      </p:sp>
      <p:sp>
        <p:nvSpPr>
          <p:cNvPr id="3" name="Content Placeholder 2">
            <a:extLst>
              <a:ext uri="{FF2B5EF4-FFF2-40B4-BE49-F238E27FC236}">
                <a16:creationId xmlns:a16="http://schemas.microsoft.com/office/drawing/2014/main" id="{C029D46B-CC79-4605-8205-92E518F0F7AA}"/>
              </a:ext>
            </a:extLst>
          </p:cNvPr>
          <p:cNvSpPr txBox="1">
            <a:spLocks noGrp="1"/>
          </p:cNvSpPr>
          <p:nvPr>
            <p:ph idx="1"/>
          </p:nvPr>
        </p:nvSpPr>
        <p:spPr/>
        <p:txBody>
          <a:bodyPr/>
          <a:lstStyle/>
          <a:p>
            <a:pPr lvl="0"/>
            <a:r>
              <a:rPr lang="en-GB"/>
              <a:t>Since chicken and beef are substitutes,  if you  are likely to cut back on one and increase the other.</a:t>
            </a:r>
          </a:p>
          <a:p>
            <a:pPr lvl="0"/>
            <a:r>
              <a:rPr lang="en-GB"/>
              <a:t>Such behaviour explains the law of demand:   a fall in price of beef would have induced buying more beef</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68F2C-2009-47A1-AC81-712D232DDCE8}"/>
              </a:ext>
            </a:extLst>
          </p:cNvPr>
          <p:cNvSpPr txBox="1">
            <a:spLocks noGrp="1"/>
          </p:cNvSpPr>
          <p:nvPr>
            <p:ph type="title"/>
          </p:nvPr>
        </p:nvSpPr>
        <p:spPr/>
        <p:txBody>
          <a:bodyPr/>
          <a:lstStyle/>
          <a:p>
            <a:pPr lvl="0"/>
            <a:r>
              <a:rPr lang="en-GB"/>
              <a:t>Summary</a:t>
            </a:r>
          </a:p>
        </p:txBody>
      </p:sp>
      <p:sp>
        <p:nvSpPr>
          <p:cNvPr id="3" name="Content Placeholder 2">
            <a:extLst>
              <a:ext uri="{FF2B5EF4-FFF2-40B4-BE49-F238E27FC236}">
                <a16:creationId xmlns:a16="http://schemas.microsoft.com/office/drawing/2014/main" id="{C8D2256D-A1CD-42D2-B06E-8CBC7736985B}"/>
              </a:ext>
            </a:extLst>
          </p:cNvPr>
          <p:cNvSpPr txBox="1">
            <a:spLocks noGrp="1"/>
          </p:cNvSpPr>
          <p:nvPr>
            <p:ph idx="1"/>
          </p:nvPr>
        </p:nvSpPr>
        <p:spPr/>
        <p:txBody>
          <a:bodyPr/>
          <a:lstStyle/>
          <a:p>
            <a:pPr lvl="0"/>
            <a:r>
              <a:rPr lang="en-GB"/>
              <a:t>assuming all prices are the same: </a:t>
            </a:r>
            <a:r>
              <a:rPr lang="en-GB" b="1"/>
              <a:t>MUx= MUy</a:t>
            </a:r>
            <a:r>
              <a:rPr lang="en-GB"/>
              <a:t>.......... </a:t>
            </a:r>
          </a:p>
          <a:p>
            <a:pPr lvl="0"/>
            <a:r>
              <a:rPr lang="en-GB"/>
              <a:t>if prices differ: </a:t>
            </a:r>
            <a:r>
              <a:rPr lang="en-GB" b="1"/>
              <a:t>MUx/Px= MUy/Py</a:t>
            </a:r>
            <a:r>
              <a:rPr lang="en-GB"/>
              <a:t>....... </a:t>
            </a:r>
          </a:p>
          <a:p>
            <a:pPr lvl="0"/>
            <a:r>
              <a:rPr lang="en-GB"/>
              <a:t>AND THE EQUATING OF MARGINAL UTILITIES PROVIDES THE </a:t>
            </a:r>
          </a:p>
          <a:p>
            <a:pPr marL="0" lvl="0" indent="0">
              <a:buNone/>
            </a:pPr>
            <a:r>
              <a:rPr lang="en-GB" b="1"/>
              <a:t>GENERAL LAW OF DEMAND: That is, if the price of a given commodity falls, MORE will be demanded…..this holds for what we consider NORMAL GOODS.</a:t>
            </a:r>
            <a:endParaRPr lang="en-GB"/>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097AE-376A-4A05-BD17-8CA05213F3D3}"/>
              </a:ext>
            </a:extLst>
          </p:cNvPr>
          <p:cNvSpPr txBox="1">
            <a:spLocks noGrp="1"/>
          </p:cNvSpPr>
          <p:nvPr>
            <p:ph type="title"/>
          </p:nvPr>
        </p:nvSpPr>
        <p:spPr/>
        <p:txBody>
          <a:bodyPr/>
          <a:lstStyle/>
          <a:p>
            <a:pPr lvl="0"/>
            <a:r>
              <a:rPr lang="en-GB"/>
              <a:t>Demand Curve</a:t>
            </a:r>
          </a:p>
        </p:txBody>
      </p:sp>
      <p:sp>
        <p:nvSpPr>
          <p:cNvPr id="3" name="Content Placeholder 2">
            <a:extLst>
              <a:ext uri="{FF2B5EF4-FFF2-40B4-BE49-F238E27FC236}">
                <a16:creationId xmlns:a16="http://schemas.microsoft.com/office/drawing/2014/main" id="{04807D3B-C042-4F19-8A6E-ED5F01BF45C9}"/>
              </a:ext>
            </a:extLst>
          </p:cNvPr>
          <p:cNvSpPr txBox="1">
            <a:spLocks noGrp="1"/>
          </p:cNvSpPr>
          <p:nvPr>
            <p:ph idx="1"/>
          </p:nvPr>
        </p:nvSpPr>
        <p:spPr/>
        <p:txBody>
          <a:bodyPr/>
          <a:lstStyle/>
          <a:p>
            <a:pPr lvl="0">
              <a:lnSpc>
                <a:spcPct val="80000"/>
              </a:lnSpc>
            </a:pPr>
            <a:r>
              <a:rPr lang="en-GB" sz="2000"/>
              <a:t>A demand curve shows the quantity that consumers are willing and able to purchase at each and every price, all other things unchanged.</a:t>
            </a:r>
          </a:p>
          <a:p>
            <a:pPr lvl="0">
              <a:lnSpc>
                <a:spcPct val="80000"/>
              </a:lnSpc>
            </a:pPr>
            <a:r>
              <a:rPr lang="en-GB" sz="2000"/>
              <a:t>The law of demand states that a higher quantity will be demanded at a lower price assuming all other factors remain constant.</a:t>
            </a:r>
          </a:p>
          <a:p>
            <a:pPr lvl="0">
              <a:lnSpc>
                <a:spcPct val="80000"/>
              </a:lnSpc>
            </a:pPr>
            <a:r>
              <a:rPr lang="en-GB" sz="2000"/>
              <a:t>Factors that affect demand:</a:t>
            </a:r>
          </a:p>
          <a:p>
            <a:pPr marL="0" lvl="0" indent="0">
              <a:lnSpc>
                <a:spcPct val="80000"/>
              </a:lnSpc>
              <a:buNone/>
            </a:pPr>
            <a:r>
              <a:rPr lang="en-GB" sz="2000"/>
              <a:t>	a. Price</a:t>
            </a:r>
          </a:p>
          <a:p>
            <a:pPr marL="0" lvl="0" indent="0">
              <a:lnSpc>
                <a:spcPct val="80000"/>
              </a:lnSpc>
              <a:buNone/>
            </a:pPr>
            <a:r>
              <a:rPr lang="en-GB" sz="2000"/>
              <a:t>	b. Consumer’s income</a:t>
            </a:r>
          </a:p>
          <a:p>
            <a:pPr marL="0" lvl="0" indent="0">
              <a:lnSpc>
                <a:spcPct val="80000"/>
              </a:lnSpc>
              <a:buNone/>
            </a:pPr>
            <a:r>
              <a:rPr lang="en-GB" sz="2000"/>
              <a:t>	c.  Price of other goods</a:t>
            </a:r>
          </a:p>
          <a:p>
            <a:pPr marL="0" lvl="0" indent="0">
              <a:lnSpc>
                <a:spcPct val="80000"/>
              </a:lnSpc>
              <a:buNone/>
            </a:pPr>
            <a:r>
              <a:rPr lang="en-GB" sz="2000"/>
              <a:t>	d. Consumer’s tastes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04E8E-E8B4-45C0-8BAA-D165FD86B5C3}"/>
              </a:ext>
            </a:extLst>
          </p:cNvPr>
          <p:cNvSpPr txBox="1">
            <a:spLocks noGrp="1"/>
          </p:cNvSpPr>
          <p:nvPr>
            <p:ph type="title"/>
          </p:nvPr>
        </p:nvSpPr>
        <p:spPr/>
        <p:txBody>
          <a:bodyPr/>
          <a:lstStyle/>
          <a:p>
            <a:pPr lvl="0"/>
            <a:r>
              <a:rPr lang="en-GB"/>
              <a:t>Movement along the Demand Curve</a:t>
            </a:r>
          </a:p>
        </p:txBody>
      </p:sp>
      <p:sp>
        <p:nvSpPr>
          <p:cNvPr id="3" name="Content Placeholder 2">
            <a:extLst>
              <a:ext uri="{FF2B5EF4-FFF2-40B4-BE49-F238E27FC236}">
                <a16:creationId xmlns:a16="http://schemas.microsoft.com/office/drawing/2014/main" id="{DBC03499-BEC5-454C-8BE2-6EDE32F095A7}"/>
              </a:ext>
            </a:extLst>
          </p:cNvPr>
          <p:cNvSpPr txBox="1">
            <a:spLocks noGrp="1"/>
          </p:cNvSpPr>
          <p:nvPr>
            <p:ph idx="1"/>
          </p:nvPr>
        </p:nvSpPr>
        <p:spPr/>
        <p:txBody>
          <a:bodyPr/>
          <a:lstStyle/>
          <a:p>
            <a:pPr marL="0" lvl="0" indent="0">
              <a:buNone/>
            </a:pPr>
            <a:r>
              <a:rPr lang="en-GB"/>
              <a:t>A change in  the price will lead to a ‘change in the quantity demanded which is shown by a movement along the demand curve:</a:t>
            </a:r>
          </a:p>
          <a:p>
            <a:pPr lvl="0">
              <a:buFont typeface="Arial" pitchFamily="34"/>
            </a:pPr>
            <a:r>
              <a:rPr lang="en-GB"/>
              <a:t>A rise in price leads to a fall in quantity demanded, a contraction in demand</a:t>
            </a:r>
          </a:p>
          <a:p>
            <a:pPr lvl="0">
              <a:buFont typeface="Arial" pitchFamily="34"/>
            </a:pPr>
            <a:r>
              <a:rPr lang="en-GB"/>
              <a:t>A fall in price leads to a rise in quantity demanded, an expansion in demand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2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DD1C1-6069-4829-90B1-2D64FD45452E}"/>
              </a:ext>
            </a:extLst>
          </p:cNvPr>
          <p:cNvSpPr txBox="1">
            <a:spLocks noGrp="1"/>
          </p:cNvSpPr>
          <p:nvPr>
            <p:ph type="title"/>
          </p:nvPr>
        </p:nvSpPr>
        <p:spPr/>
        <p:txBody>
          <a:bodyPr/>
          <a:lstStyle/>
          <a:p>
            <a:pPr lvl="0"/>
            <a:r>
              <a:rPr lang="en-GB"/>
              <a:t>Shift in Demand</a:t>
            </a:r>
          </a:p>
        </p:txBody>
      </p:sp>
      <p:sp>
        <p:nvSpPr>
          <p:cNvPr id="3" name="Content Placeholder 2">
            <a:extLst>
              <a:ext uri="{FF2B5EF4-FFF2-40B4-BE49-F238E27FC236}">
                <a16:creationId xmlns:a16="http://schemas.microsoft.com/office/drawing/2014/main" id="{ABFE4B4B-9F84-4B0A-96ED-BDCCD1EE57EB}"/>
              </a:ext>
            </a:extLst>
          </p:cNvPr>
          <p:cNvSpPr txBox="1">
            <a:spLocks noGrp="1"/>
          </p:cNvSpPr>
          <p:nvPr>
            <p:ph idx="1"/>
          </p:nvPr>
        </p:nvSpPr>
        <p:spPr/>
        <p:txBody>
          <a:bodyPr/>
          <a:lstStyle/>
          <a:p>
            <a:pPr marL="0" lvl="0" indent="0">
              <a:buNone/>
            </a:pPr>
            <a:r>
              <a:rPr lang="en-GB"/>
              <a:t>A change in any of the other factors affecting demand (except price) leads to a shift in demand.  At each and every price there is an increase or decrease in the quantity demanded so the demand curve shifts.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DD8B-E793-4D68-A99B-C867D5BE880B}"/>
              </a:ext>
            </a:extLst>
          </p:cNvPr>
          <p:cNvSpPr txBox="1">
            <a:spLocks noGrp="1"/>
          </p:cNvSpPr>
          <p:nvPr>
            <p:ph type="title"/>
          </p:nvPr>
        </p:nvSpPr>
        <p:spPr/>
        <p:txBody>
          <a:bodyPr/>
          <a:lstStyle/>
          <a:p>
            <a:pPr lvl="0"/>
            <a:r>
              <a:rPr lang="en-GB"/>
              <a:t>Outward Shifts of the Demand Curve</a:t>
            </a:r>
          </a:p>
        </p:txBody>
      </p:sp>
      <p:sp>
        <p:nvSpPr>
          <p:cNvPr id="3" name="Content Placeholder 2">
            <a:extLst>
              <a:ext uri="{FF2B5EF4-FFF2-40B4-BE49-F238E27FC236}">
                <a16:creationId xmlns:a16="http://schemas.microsoft.com/office/drawing/2014/main" id="{D50C90FB-654C-4E60-AA24-17EBC1BD220D}"/>
              </a:ext>
            </a:extLst>
          </p:cNvPr>
          <p:cNvSpPr txBox="1">
            <a:spLocks noGrp="1"/>
          </p:cNvSpPr>
          <p:nvPr>
            <p:ph idx="1"/>
          </p:nvPr>
        </p:nvSpPr>
        <p:spPr/>
        <p:txBody>
          <a:bodyPr/>
          <a:lstStyle/>
          <a:p>
            <a:pPr marL="0" lvl="0" indent="0">
              <a:lnSpc>
                <a:spcPct val="80000"/>
              </a:lnSpc>
              <a:buNone/>
            </a:pPr>
            <a:r>
              <a:rPr lang="en-GB" sz="1700"/>
              <a:t>Demand curve will shift outwards when more is demanded at each and every price. This could be because:</a:t>
            </a:r>
          </a:p>
          <a:p>
            <a:pPr lvl="0">
              <a:lnSpc>
                <a:spcPct val="80000"/>
              </a:lnSpc>
            </a:pPr>
            <a:r>
              <a:rPr lang="en-GB" sz="1700"/>
              <a:t>Real incomes have risen – assuming the good is normal</a:t>
            </a:r>
          </a:p>
          <a:p>
            <a:pPr lvl="0">
              <a:lnSpc>
                <a:spcPct val="80000"/>
              </a:lnSpc>
            </a:pPr>
            <a:r>
              <a:rPr lang="en-GB" sz="1700"/>
              <a:t>Price of a substitute product is gone up e.g., higher price of coffee might increase demand for tea</a:t>
            </a:r>
          </a:p>
          <a:p>
            <a:pPr lvl="0">
              <a:lnSpc>
                <a:spcPct val="80000"/>
              </a:lnSpc>
            </a:pPr>
            <a:r>
              <a:rPr lang="en-GB" sz="1700"/>
              <a:t>Price of a complement product has gone down e.g., fall in price in cars might increase demand for petrol</a:t>
            </a:r>
          </a:p>
          <a:p>
            <a:pPr lvl="0">
              <a:lnSpc>
                <a:spcPct val="80000"/>
              </a:lnSpc>
            </a:pPr>
            <a:r>
              <a:rPr lang="en-GB" sz="1700"/>
              <a:t>Product has been advertised more effectively</a:t>
            </a:r>
          </a:p>
          <a:p>
            <a:pPr lvl="0">
              <a:lnSpc>
                <a:spcPct val="80000"/>
              </a:lnSpc>
            </a:pPr>
            <a:r>
              <a:rPr lang="en-GB" sz="1700"/>
              <a:t>Population has grown so there are more consumers</a:t>
            </a:r>
          </a:p>
          <a:p>
            <a:pPr lvl="0">
              <a:lnSpc>
                <a:spcPct val="80000"/>
              </a:lnSpc>
            </a:pPr>
            <a:r>
              <a:rPr lang="en-GB" sz="1700"/>
              <a:t>Tastes have changed so more people want the product</a:t>
            </a:r>
          </a:p>
          <a:p>
            <a:pPr lvl="0">
              <a:lnSpc>
                <a:spcPct val="80000"/>
              </a:lnSpc>
            </a:pPr>
            <a:r>
              <a:rPr lang="en-GB" sz="1700"/>
              <a:t>More credit is available so people can borrow more money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2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E5BEE-5F58-4A27-A235-F090B6A1B77A}"/>
              </a:ext>
            </a:extLst>
          </p:cNvPr>
          <p:cNvSpPr txBox="1">
            <a:spLocks noGrp="1"/>
          </p:cNvSpPr>
          <p:nvPr>
            <p:ph type="title"/>
          </p:nvPr>
        </p:nvSpPr>
        <p:spPr/>
        <p:txBody>
          <a:bodyPr/>
          <a:lstStyle/>
          <a:p>
            <a:pPr lvl="0"/>
            <a:r>
              <a:rPr lang="en-GB"/>
              <a:t>Downward sloping Demand Curve</a:t>
            </a:r>
          </a:p>
        </p:txBody>
      </p:sp>
      <p:sp>
        <p:nvSpPr>
          <p:cNvPr id="3" name="Content Placeholder 2">
            <a:extLst>
              <a:ext uri="{FF2B5EF4-FFF2-40B4-BE49-F238E27FC236}">
                <a16:creationId xmlns:a16="http://schemas.microsoft.com/office/drawing/2014/main" id="{24E19E43-DE19-43D3-A7F2-B03EB67B2539}"/>
              </a:ext>
            </a:extLst>
          </p:cNvPr>
          <p:cNvSpPr txBox="1">
            <a:spLocks noGrp="1"/>
          </p:cNvSpPr>
          <p:nvPr>
            <p:ph idx="1"/>
          </p:nvPr>
        </p:nvSpPr>
        <p:spPr/>
        <p:txBody>
          <a:bodyPr/>
          <a:lstStyle/>
          <a:p>
            <a:pPr lvl="0"/>
            <a:r>
              <a:rPr lang="en-GB"/>
              <a:t>The demand curve slopes downward because of the law of diminishing marginal utility.  Each extra unit of a good or service will eventually give less extra satisfaction (utility); therefore the consumer will only be willing to pay less for more goods.</a:t>
            </a:r>
          </a:p>
          <a:p>
            <a:pPr lvl="0"/>
            <a:r>
              <a:rPr lang="en-GB"/>
              <a:t>Market demand curve:  the horizontal summation of individual’s demand curves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2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08630-F69D-42C6-A1D0-5EC9D5F0248D}"/>
              </a:ext>
            </a:extLst>
          </p:cNvPr>
          <p:cNvSpPr txBox="1">
            <a:spLocks noGrp="1"/>
          </p:cNvSpPr>
          <p:nvPr>
            <p:ph type="title"/>
          </p:nvPr>
        </p:nvSpPr>
        <p:spPr/>
        <p:txBody>
          <a:bodyPr/>
          <a:lstStyle/>
          <a:p>
            <a:pPr lvl="0"/>
            <a:r>
              <a:rPr lang="en-GB"/>
              <a:t>Upward sloping Demand Curve</a:t>
            </a:r>
          </a:p>
        </p:txBody>
      </p:sp>
      <p:sp>
        <p:nvSpPr>
          <p:cNvPr id="3" name="Content Placeholder 2">
            <a:extLst>
              <a:ext uri="{FF2B5EF4-FFF2-40B4-BE49-F238E27FC236}">
                <a16:creationId xmlns:a16="http://schemas.microsoft.com/office/drawing/2014/main" id="{17F9F2DF-1E97-4CED-B95A-03BB6B025104}"/>
              </a:ext>
            </a:extLst>
          </p:cNvPr>
          <p:cNvSpPr txBox="1">
            <a:spLocks noGrp="1"/>
          </p:cNvSpPr>
          <p:nvPr>
            <p:ph idx="1"/>
          </p:nvPr>
        </p:nvSpPr>
        <p:spPr/>
        <p:txBody>
          <a:bodyPr/>
          <a:lstStyle/>
          <a:p>
            <a:pPr lvl="0"/>
            <a:r>
              <a:rPr lang="en-GB"/>
              <a:t>The demand curve can slope upwards.   This means more is demanded when the price increases.  This can occur with:</a:t>
            </a:r>
          </a:p>
          <a:p>
            <a:pPr lvl="0"/>
            <a:r>
              <a:rPr lang="en-GB"/>
              <a:t>‘Ostentatious goods’ – people want to be seen buying more expensive goods.  Also called Veblen goods</a:t>
            </a:r>
          </a:p>
          <a:p>
            <a:pPr lvl="0"/>
            <a:r>
              <a:rPr lang="en-GB"/>
              <a:t>Giffen goods – these are very inferior goods and when they become more expensive, consumers cannot afford any other products, so spend what money they have on these.</a:t>
            </a:r>
          </a:p>
        </p:txBody>
      </p:sp>
    </p:spTree>
  </p:cSld>
  <p:clrMapOvr>
    <a:masterClrMapping/>
  </p:clrMapOvr>
</p:sld>
</file>

<file path=ppt/theme/theme1.xml><?xml version="1.0" encoding="utf-8"?>
<a:theme xmlns:a="http://schemas.openxmlformats.org/drawingml/2006/main" name="Organic">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7368</TotalTime>
  <Words>1900</Words>
  <Application>Microsoft Office PowerPoint</Application>
  <PresentationFormat>Widescreen</PresentationFormat>
  <Paragraphs>132</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Garamond</vt:lpstr>
      <vt:lpstr>Organic</vt:lpstr>
      <vt:lpstr>Economics Lecture Series for Hospitality Management &amp; Culinary Arts Students</vt:lpstr>
      <vt:lpstr>Lesson Coverage</vt:lpstr>
      <vt:lpstr>Learning Outcomes</vt:lpstr>
      <vt:lpstr>PowerPoint Presentation</vt:lpstr>
      <vt:lpstr>PowerPoint Presentation</vt:lpstr>
      <vt:lpstr>Assumptions about the Rational Behaviour of the Consumer</vt:lpstr>
      <vt:lpstr>Rational Behaviour of the Consumer</vt:lpstr>
      <vt:lpstr>Marginal Utility Exercise</vt:lpstr>
      <vt:lpstr>Diminishing Marginal Utility</vt:lpstr>
      <vt:lpstr>Diminishing Marginal Utility</vt:lpstr>
      <vt:lpstr>Consumer as Economiser</vt:lpstr>
      <vt:lpstr>Solving the Consumer Problem</vt:lpstr>
      <vt:lpstr>Consumer Equilibrium</vt:lpstr>
      <vt:lpstr>Consumer Equilibrium</vt:lpstr>
      <vt:lpstr>Consumer Equilibrium – Alternative Presentation</vt:lpstr>
      <vt:lpstr>PowerPoint Presentation</vt:lpstr>
      <vt:lpstr>Consumer Equilibrium – Alternative Presentation</vt:lpstr>
      <vt:lpstr>Maximising Utility</vt:lpstr>
      <vt:lpstr>Maximising Utility</vt:lpstr>
      <vt:lpstr>From Consumer Equilibrium to the Law of Demand</vt:lpstr>
      <vt:lpstr>From Consumer Equilibrium to the Law of Demand</vt:lpstr>
      <vt:lpstr>Summary</vt:lpstr>
      <vt:lpstr>Demand Curve</vt:lpstr>
      <vt:lpstr>Movement along the Demand Curve</vt:lpstr>
      <vt:lpstr>Shift in Demand</vt:lpstr>
      <vt:lpstr>Outward Shifts of the Demand Curve</vt:lpstr>
      <vt:lpstr>Downward sloping Demand Curve</vt:lpstr>
      <vt:lpstr>Upward sloping Demand Curve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Economics Lecture Series</dc:title>
  <dc:creator>USER 1</dc:creator>
  <cp:lastModifiedBy>USER 1</cp:lastModifiedBy>
  <cp:revision>24</cp:revision>
  <dcterms:created xsi:type="dcterms:W3CDTF">2018-05-21T06:21:53Z</dcterms:created>
  <dcterms:modified xsi:type="dcterms:W3CDTF">2019-12-31T13:17:22Z</dcterms:modified>
</cp:coreProperties>
</file>