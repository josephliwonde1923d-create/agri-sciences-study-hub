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36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0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85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5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447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31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82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2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66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21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7504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81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31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4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4828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0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E9AB4AA-601A-4337-9BF7-5309C3F98078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0FA3B-4938-4074-BCB3-0210EBECD2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63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8073-C849-E46A-5A3A-F14287B56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1584325"/>
            <a:ext cx="10515600" cy="2719451"/>
          </a:xfrm>
        </p:spPr>
        <p:txBody>
          <a:bodyPr>
            <a:normAutofit/>
          </a:bodyPr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Lecture 13: </a:t>
            </a:r>
            <a:r>
              <a:rPr lang="en-US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 err="1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Labour</a:t>
            </a:r>
            <a:r>
              <a:rPr lang="en-US" b="1" kern="100" dirty="0" smtClean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Markets and Incentive Structures in Value Chain Agriculture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72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4C90-2F82-122D-6470-124804E62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FA53F-67B2-3ACB-15CD-810D65BAF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391"/>
            <a:ext cx="10515600" cy="5023572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Labor markets in value chain agriculture refer to the interactions between farmers, agribusinesses, and laborers seeking employment in the agricultural sector.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markets facilitate the exchange of labor services needed for various stages of the agricultural value chain.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role of wages in attracting labor: </a:t>
            </a: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Wages play a crucial role in labor decisions, as potential workers consider the pay before engaging in agricultural activities.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Attractive wages can encourage more laborers to participate in farming, while lower wages may lead to labor shortages.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09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C6C8-6B43-C45C-7FD4-937333FF4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Wage Determination in Value Chain Agriculture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414CB-7D05-F7DA-0725-F00187B38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Labor supply factors: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availability of labor in value chain agriculture is influenced by factors such as the size of the rural population, demographics, education levels, and skills of the workforce.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Areas with a larger pool of skilled labor may have more abundant labor supply.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i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Labor demand factors:</a:t>
            </a: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demand for labor in agriculture is affected by technological advancements, agricultural productivity, and market conditions.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Modern farming techniques and improved productivity may increase the demand for skilled labor in specific segments of the value chain.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85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9D64-BA8F-8328-656E-89F0BBF1A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Incentive Structures in Value Chain Agriculture 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725D-BA47-AB75-9BE9-9CAAD8C51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Incentives are rewards or punishments "The carrot or the stick”</a:t>
            </a:r>
          </a:p>
          <a:p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Incentives are rewards or benefits designed to motivate agricultural producers and laborers to improve their productivity and performance.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553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6DC1-EF3C-BF81-9D18-380E0705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 of incentives in value chain agriculture:</a:t>
            </a:r>
            <a: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B202A-A126-C7DA-0AAA-C26099C7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kern="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Incentive structures can be monetary, such as bonuses or profit-sharing arrangements, or non-monetary, such as training opportunities and capacity-building programs.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4131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260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Times New Roman</vt:lpstr>
      <vt:lpstr>Wingdings 3</vt:lpstr>
      <vt:lpstr>Ion</vt:lpstr>
      <vt:lpstr>Lecture 13:   Labour Markets and Incentive Structures in Value Chain Agriculture</vt:lpstr>
      <vt:lpstr> </vt:lpstr>
      <vt:lpstr>Factors Affecting Wage Determination in Value Chain Agriculture  </vt:lpstr>
      <vt:lpstr>  Incentive Structures in Value Chain Agriculture  </vt:lpstr>
      <vt:lpstr>Types of incentives in value chain agriculture: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  Labour Markets and Incentive Structures in Value Chain Agriculture</dc:title>
  <dc:creator>hp</dc:creator>
  <cp:lastModifiedBy>hp</cp:lastModifiedBy>
  <cp:revision>1</cp:revision>
  <dcterms:created xsi:type="dcterms:W3CDTF">2025-01-24T02:23:05Z</dcterms:created>
  <dcterms:modified xsi:type="dcterms:W3CDTF">2025-01-24T02:24:18Z</dcterms:modified>
</cp:coreProperties>
</file>