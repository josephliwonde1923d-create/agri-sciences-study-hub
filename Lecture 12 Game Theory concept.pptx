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9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2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82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70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1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2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1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4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8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82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609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03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45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24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27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7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9862B9B-78FA-4FED-8F73-F354EE3D434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E5E7A-A9A1-4D8F-9E8E-F30D756F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05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F242-2D23-D8C9-EBA3-21DC80FF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44562"/>
          </a:xfrm>
        </p:spPr>
        <p:txBody>
          <a:bodyPr/>
          <a:lstStyle/>
          <a:p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Concepts in Game Theory: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C634C-D6FA-9357-9C51-D3F510532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48384"/>
            <a:ext cx="10064560" cy="470001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 </a:t>
            </a:r>
            <a:r>
              <a:rPr lang="en-US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theory is the study </a:t>
            </a:r>
            <a:r>
              <a:rPr lang="en-US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how people behave in strategic </a:t>
            </a:r>
            <a:r>
              <a:rPr lang="en-US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situations</a:t>
            </a:r>
            <a:endParaRPr lang="en-US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Players</a:t>
            </a: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Players in value chain agriculture can be individuals, firms, or groups involved in the value chain, each pursuing their own objectives.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Strategies:</a:t>
            </a:r>
            <a:endParaRPr lang="en-US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Strategies represent the different options or courses of action available to each player in a game. Players choose strategies to maximize their outcomes based on their preferences and beliefs about other players' decisions.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Payoffs:</a:t>
            </a:r>
            <a:endParaRPr lang="en-US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Payoffs in value chain agriculture refer to the outcomes or rewards associated with different combinations of players' strategies. These payoffs could be profits, market share, or other relevant metrics.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91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9495-2337-2FD6-9885-3D384DEA8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Games: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7FC5E-2F11-F68E-4230-352667AE3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Cooperative Games</a:t>
            </a:r>
            <a:r>
              <a:rPr lang="en-US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cooperative games, players can form coalitions and work together to achieve mutual benefits.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E.g. farmers in a cooperative may collaborate to collectively negotiate better prices with processors, leading to a win-win </a:t>
            </a:r>
            <a:r>
              <a:rPr lang="en-US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situation.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Non-Cooperative Games:</a:t>
            </a:r>
            <a:endParaRPr lang="en-US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Non-cooperative games involve players making decisions independently, without forming alliances or agreements.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player seeks to maximize their individual payoff. Value chain agriculture often involves non-cooperative games due to the presence of multiple independent players.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14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8C26-A1C5-7F72-0244-45D93831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19" y="147918"/>
            <a:ext cx="9404723" cy="700265"/>
          </a:xfrm>
        </p:spPr>
        <p:txBody>
          <a:bodyPr/>
          <a:lstStyle/>
          <a:p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Game Theory: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1B188-64D8-738D-5135-B8AFD5A30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200" y="1152983"/>
            <a:ext cx="8946541" cy="460247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6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Pricing Strategies:</a:t>
            </a:r>
            <a:endParaRPr lang="en-US" sz="196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6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Players in the value chain, such as farmers and processors, may engage in price-setting decisions. Game theory can analyze how price competition or cooperation affects profits and market share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6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Supply Chain Coordination:</a:t>
            </a:r>
            <a:endParaRPr lang="en-US" sz="196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6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theory can help analyze coordination efforts between actors in the supply chain to improve efficiency, reduce costs, and enhance overall value chain performance.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6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Alliances:</a:t>
            </a:r>
            <a:endParaRPr lang="en-US" sz="196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6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Players in the value chain may form strategic alliances to leverage each other's strengths. Game theory can evaluate the benefits and risks of such collaborations.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6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Negotiations and Contracts:</a:t>
            </a:r>
            <a:endParaRPr lang="en-US" sz="196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6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theory aids in analyzing negotiations and contracts between different value chain participants to ensure fair terms and prevent opportunistic behavior.</a:t>
            </a:r>
          </a:p>
          <a:p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58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BBE0-4D91-B9ED-6895-91773979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07" y="196686"/>
            <a:ext cx="10472993" cy="74209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Nash Equilibrium in Value Chain Agriculture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F0D3D-F0F3-24CF-EC5E-9BE19A65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036320"/>
            <a:ext cx="10101136" cy="5212079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Nash 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equilibrium is </a:t>
            </a: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situation in which economic actors interacting with one another each 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choose their </a:t>
            </a: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best strategy given the strategies that the others have chosen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u="sng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</a:t>
            </a:r>
            <a:endParaRPr lang="en-US" b="1" i="1" u="sng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given that Jill is producing 40 gallons, the best strategy for Jack is also to 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produce 40 </a:t>
            </a: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gallons. Similarly, given that Jack is producing 40 gallons, the best strategy 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Jill </a:t>
            </a: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 to </a:t>
            </a: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produce 40 gallons. Once they reach this Nash equilibrium, 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neither Jack </a:t>
            </a:r>
            <a:r>
              <a:rPr lang="en-US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 Jill has an incentive to make a different decision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.(MANKIW,2018, page 340 8</a:t>
            </a:r>
            <a:r>
              <a:rPr lang="en-US" b="1" i="1" kern="100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b="1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ed.).</a:t>
            </a:r>
            <a:endParaRPr lang="en-US" b="1" i="1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Nash 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equilibrium is a key concept in game theory.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represents a situation where no player has an incentive to change their strategy, given the strategies of others.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value chain agriculture, this equilibrium helps identify stable outcomes where all participants maximize their payoffs based on the actions of others.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27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BF9A-BA7B-319A-6365-D1B5571B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768" y="160110"/>
            <a:ext cx="5466642" cy="754290"/>
          </a:xfrm>
        </p:spPr>
        <p:txBody>
          <a:bodyPr/>
          <a:lstStyle/>
          <a:p>
            <a:pPr algn="ctr"/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Prisoner's Dilemma: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0014F-B038-909D-BAE8-16D6D8EF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55510"/>
            <a:ext cx="8946541" cy="4195481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prisoner's dilemma is a classic game theory example that illustrates how individuals pursuing their self-interest can lead to suboptimal outcomes for all players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prisoners’ dilemma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 </a:t>
            </a:r>
            <a:r>
              <a:rPr lang="en-US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particular “</a:t>
            </a:r>
            <a:r>
              <a:rPr lang="en-US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game” between </a:t>
            </a:r>
            <a:r>
              <a:rPr lang="en-US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</a:t>
            </a:r>
            <a:r>
              <a:rPr lang="en-US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captured prisoners </a:t>
            </a:r>
            <a:r>
              <a:rPr lang="en-US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 illustrates why </a:t>
            </a:r>
            <a:r>
              <a:rPr lang="en-US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cooperation is </a:t>
            </a:r>
            <a:r>
              <a:rPr lang="en-US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difficult to </a:t>
            </a:r>
            <a:r>
              <a:rPr lang="en-US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maintain even </a:t>
            </a:r>
            <a:r>
              <a:rPr lang="en-US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it is </a:t>
            </a:r>
            <a:r>
              <a:rPr lang="en-US" i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mutually beneficial</a:t>
            </a:r>
            <a:endParaRPr lang="en-US" i="1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value chain agriculture, the prisoner's dilemma can arise when players prioritize short-term gains over long-term cooperation, leading to inefficient resource allocation.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44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0890-0864-1F9F-4900-E6E17D50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64910"/>
            <a:ext cx="10668065" cy="790866"/>
          </a:xfrm>
        </p:spPr>
        <p:txBody>
          <a:bodyPr>
            <a:normAutofit fontScale="90000"/>
          </a:bodyPr>
          <a:lstStyle/>
          <a:p>
            <a:r>
              <a:rPr lang="en-US" sz="3600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of Competitive and Cooperative Strategies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94E0B-128E-AE00-3F24-80D2BE5CD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Game theory allows us to analyze both competitive and cooperative strategies in agricultural markets.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competitive scenarios, participants aim to maximize their own profits, leading to intense competition and potentially suboptimal outcomes for the entire value chain.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other hand, cooperative strategies involve players working together to achieve mutual benefits and enhance overall efficiency in the value chain.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6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F7A78-6976-BC87-5505-4580847F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56754"/>
          </a:xfrm>
        </p:spPr>
        <p:txBody>
          <a:bodyPr>
            <a:noAutofit/>
          </a:bodyPr>
          <a:lstStyle/>
          <a:p>
            <a:r>
              <a:rPr lang="en-US" sz="3200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Examples in Value Chain </a:t>
            </a:r>
            <a:r>
              <a:rPr lang="en-US" sz="3200" b="1" kern="100" dirty="0" smtClean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Agriculture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3F8C3-E08B-4B15-4675-16711B19A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27127"/>
            <a:ext cx="10668000" cy="4337772"/>
          </a:xfrm>
        </p:spPr>
        <p:txBody>
          <a:bodyPr>
            <a:normAutofit fontScale="47500" lnSpcReduction="2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600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Price Wars among Farmers: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Farmers in a value chain may engage in a price war, trying to undercut each other's prices to gain a larger market share.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can lead to lower profits for all farmers involved and create instability in the market.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600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Cooperative Marketing: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Agricultural producers may form cooperatives to jointly market and sell their products, enabling them to negotiate better prices with buyers and reduce marketing costs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600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Contract Farming: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contract farming, agribusinesses and farmers enter into agreements where the agribusiness provides inputs and technical support, and the farmers supply the produce.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Game theory can analyze the strategic decisions involved in negotiating these contracts.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600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Environmental Stewardship: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farmers collectively adopt sustainable practices to protect the environment and promote long-term productivity, it benefits the entire value chain.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69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65A8-22E6-D2B4-DEA0-F40971AC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Exercises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02D73-19C9-E4F9-1F45-DAE23AA5A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Consider a scenario where two competing farmers decide whether to adopt a new technology.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concept of Nash equilibrium to determine the stable outcome and discuss the implications for the value chain.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Analyze a case study of a cooperative marketing initiative in the Malawian agricultural sector.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the benefits of cooperation and how it contributes to the value chain's overall success.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27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866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Times New Roman</vt:lpstr>
      <vt:lpstr>Wingdings 3</vt:lpstr>
      <vt:lpstr>Ion</vt:lpstr>
      <vt:lpstr>Key Concepts in Game Theory: </vt:lpstr>
      <vt:lpstr>Types of Games: </vt:lpstr>
      <vt:lpstr>Examples of Game Theory: </vt:lpstr>
      <vt:lpstr>Nash Equilibrium in Value Chain Agriculture  </vt:lpstr>
      <vt:lpstr>Prisoner's Dilemma: </vt:lpstr>
      <vt:lpstr>Analysis of Competitive and Cooperative Strategies  </vt:lpstr>
      <vt:lpstr>Practical Examples in Value Chain Agriculture</vt:lpstr>
      <vt:lpstr>Exercises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Concepts in Game Theory: </dc:title>
  <dc:creator>hp</dc:creator>
  <cp:lastModifiedBy>hp</cp:lastModifiedBy>
  <cp:revision>25</cp:revision>
  <dcterms:created xsi:type="dcterms:W3CDTF">2025-02-23T06:32:22Z</dcterms:created>
  <dcterms:modified xsi:type="dcterms:W3CDTF">2025-02-23T07:25:12Z</dcterms:modified>
</cp:coreProperties>
</file>