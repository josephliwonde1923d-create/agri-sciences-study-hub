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3789-FDD1-4E2D-BF13-55EB0A7A24AA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4DD9-E293-45C4-9775-BE82FEC74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32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3789-FDD1-4E2D-BF13-55EB0A7A24AA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4DD9-E293-45C4-9775-BE82FEC74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86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3789-FDD1-4E2D-BF13-55EB0A7A24AA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4DD9-E293-45C4-9775-BE82FEC74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0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3789-FDD1-4E2D-BF13-55EB0A7A24AA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4DD9-E293-45C4-9775-BE82FEC74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425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3789-FDD1-4E2D-BF13-55EB0A7A24AA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4DD9-E293-45C4-9775-BE82FEC74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89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3789-FDD1-4E2D-BF13-55EB0A7A24AA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4DD9-E293-45C4-9775-BE82FEC74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02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3789-FDD1-4E2D-BF13-55EB0A7A24AA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4DD9-E293-45C4-9775-BE82FEC74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51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3789-FDD1-4E2D-BF13-55EB0A7A24AA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4DD9-E293-45C4-9775-BE82FEC74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51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3789-FDD1-4E2D-BF13-55EB0A7A24AA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4DD9-E293-45C4-9775-BE82FEC74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88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3789-FDD1-4E2D-BF13-55EB0A7A24AA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4DD9-E293-45C4-9775-BE82FEC74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54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3789-FDD1-4E2D-BF13-55EB0A7A24AA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94DD9-E293-45C4-9775-BE82FEC74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68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F3789-FDD1-4E2D-BF13-55EB0A7A24AA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94DD9-E293-45C4-9775-BE82FEC74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17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Economies and Diseconomies of Scale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274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4960" y="796189"/>
            <a:ext cx="924153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356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economies of </a:t>
            </a:r>
            <a:r>
              <a:rPr lang="en-US" sz="2800" b="1" dirty="0" smtClean="0">
                <a:solidFill>
                  <a:srgbClr val="C356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</a:t>
            </a:r>
            <a:r>
              <a:rPr lang="en-US" sz="2800" b="1" dirty="0">
                <a:solidFill>
                  <a:srgbClr val="C356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solidFill>
                  <a:srgbClr val="C356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211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property </a:t>
            </a:r>
            <a:r>
              <a:rPr lang="en-US" sz="2800" dirty="0" smtClean="0">
                <a:solidFill>
                  <a:srgbClr val="211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whereby long-run average total cost </a:t>
            </a:r>
            <a:r>
              <a:rPr lang="en-US" sz="2800" dirty="0">
                <a:solidFill>
                  <a:srgbClr val="211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falls as the </a:t>
            </a:r>
            <a:r>
              <a:rPr lang="en-US" sz="2800" dirty="0" smtClean="0">
                <a:solidFill>
                  <a:srgbClr val="211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quantity of </a:t>
            </a:r>
            <a:r>
              <a:rPr lang="en-US" sz="2800" dirty="0">
                <a:solidFill>
                  <a:srgbClr val="211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increases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84960" y="2368957"/>
            <a:ext cx="924153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356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diseconomies of scale</a:t>
            </a:r>
            <a:br>
              <a:rPr lang="en-US" sz="2800" b="1" dirty="0">
                <a:solidFill>
                  <a:srgbClr val="C356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211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property </a:t>
            </a:r>
            <a:r>
              <a:rPr lang="en-US" sz="2800" dirty="0" smtClean="0">
                <a:solidFill>
                  <a:srgbClr val="211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whereby long-run average total cost </a:t>
            </a:r>
            <a:r>
              <a:rPr lang="en-US" sz="2800" dirty="0">
                <a:solidFill>
                  <a:srgbClr val="211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rises as the </a:t>
            </a:r>
            <a:r>
              <a:rPr lang="en-US" sz="2800" dirty="0" smtClean="0">
                <a:solidFill>
                  <a:srgbClr val="211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quantity of </a:t>
            </a:r>
            <a:r>
              <a:rPr lang="en-US" sz="2800" dirty="0">
                <a:solidFill>
                  <a:srgbClr val="211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increases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84960" y="4400634"/>
            <a:ext cx="92415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356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 returns to scale</a:t>
            </a:r>
            <a:br>
              <a:rPr lang="en-US" sz="2400" b="1" dirty="0">
                <a:solidFill>
                  <a:srgbClr val="C356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11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property </a:t>
            </a:r>
            <a:r>
              <a:rPr lang="en-US" sz="2400" dirty="0" smtClean="0">
                <a:solidFill>
                  <a:srgbClr val="211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whereby long-run </a:t>
            </a:r>
            <a:r>
              <a:rPr lang="en-US" sz="2400" dirty="0">
                <a:solidFill>
                  <a:srgbClr val="211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</a:t>
            </a:r>
            <a:r>
              <a:rPr lang="en-US" sz="2400" dirty="0" smtClean="0">
                <a:solidFill>
                  <a:srgbClr val="211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cost </a:t>
            </a:r>
            <a:r>
              <a:rPr lang="en-US" sz="2400" dirty="0">
                <a:solidFill>
                  <a:srgbClr val="211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stays </a:t>
            </a:r>
            <a:r>
              <a:rPr lang="en-US" sz="2400" dirty="0" smtClean="0">
                <a:solidFill>
                  <a:srgbClr val="211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same as the </a:t>
            </a:r>
            <a:r>
              <a:rPr lang="en-US" sz="2400" dirty="0">
                <a:solidFill>
                  <a:srgbClr val="211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quantity of </a:t>
            </a:r>
            <a:r>
              <a:rPr lang="en-US" sz="2400" dirty="0" smtClean="0">
                <a:solidFill>
                  <a:srgbClr val="211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changes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165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15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Economies and Diseconomies of Scale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Economies and Diseconomies of Scale</dc:title>
  <dc:creator>hp</dc:creator>
  <cp:lastModifiedBy>hp</cp:lastModifiedBy>
  <cp:revision>6</cp:revision>
  <dcterms:created xsi:type="dcterms:W3CDTF">2025-02-23T07:38:44Z</dcterms:created>
  <dcterms:modified xsi:type="dcterms:W3CDTF">2025-02-23T07:46:11Z</dcterms:modified>
</cp:coreProperties>
</file>