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4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31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31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86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32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32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6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680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1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80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01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9168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2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172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06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710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680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1F4BA43-2C36-45FB-929C-D1E17F69E11C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400DA-F60A-4ACC-B049-C0AD3E99D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543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B3A046-039D-C3C2-001D-EDC9835F8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10" y="759947"/>
            <a:ext cx="10560676" cy="5267365"/>
          </a:xfrm>
        </p:spPr>
      </p:pic>
    </p:spTree>
    <p:extLst>
      <p:ext uri="{BB962C8B-B14F-4D97-AF65-F5344CB8AC3E}">
        <p14:creationId xmlns:p14="http://schemas.microsoft.com/office/powerpoint/2010/main" val="2307478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5DEB9C-2950-8722-59E1-2E5F3F8D7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06" y="335813"/>
            <a:ext cx="11230377" cy="6348322"/>
          </a:xfrm>
        </p:spPr>
      </p:pic>
    </p:spTree>
    <p:extLst>
      <p:ext uri="{BB962C8B-B14F-4D97-AF65-F5344CB8AC3E}">
        <p14:creationId xmlns:p14="http://schemas.microsoft.com/office/powerpoint/2010/main" val="2991091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FF9064-E014-ACB0-9602-B538209520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62" y="0"/>
            <a:ext cx="11822206" cy="6375041"/>
          </a:xfrm>
        </p:spPr>
      </p:pic>
    </p:spTree>
    <p:extLst>
      <p:ext uri="{BB962C8B-B14F-4D97-AF65-F5344CB8AC3E}">
        <p14:creationId xmlns:p14="http://schemas.microsoft.com/office/powerpoint/2010/main" val="80005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B1EC4B-817E-FAF6-6962-67C8C5F213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696" y="334851"/>
            <a:ext cx="10995413" cy="5885645"/>
          </a:xfrm>
        </p:spPr>
      </p:pic>
    </p:spTree>
    <p:extLst>
      <p:ext uri="{BB962C8B-B14F-4D97-AF65-F5344CB8AC3E}">
        <p14:creationId xmlns:p14="http://schemas.microsoft.com/office/powerpoint/2010/main" val="3035839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F5500E-22C7-E200-70DC-EA32ECD05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92"/>
          <a:stretch/>
        </p:blipFill>
        <p:spPr>
          <a:xfrm>
            <a:off x="721216" y="328432"/>
            <a:ext cx="10985679" cy="6099663"/>
          </a:xfrm>
        </p:spPr>
      </p:pic>
    </p:spTree>
    <p:extLst>
      <p:ext uri="{BB962C8B-B14F-4D97-AF65-F5344CB8AC3E}">
        <p14:creationId xmlns:p14="http://schemas.microsoft.com/office/powerpoint/2010/main" val="3586681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C77BC9-7BDB-079C-1118-3C7A9468A7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413" y="296214"/>
            <a:ext cx="11882907" cy="6259132"/>
          </a:xfrm>
        </p:spPr>
      </p:pic>
    </p:spTree>
    <p:extLst>
      <p:ext uri="{BB962C8B-B14F-4D97-AF65-F5344CB8AC3E}">
        <p14:creationId xmlns:p14="http://schemas.microsoft.com/office/powerpoint/2010/main" val="6221797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</cp:revision>
  <dcterms:created xsi:type="dcterms:W3CDTF">2025-06-17T07:33:50Z</dcterms:created>
  <dcterms:modified xsi:type="dcterms:W3CDTF">2025-06-17T07:35:01Z</dcterms:modified>
</cp:coreProperties>
</file>